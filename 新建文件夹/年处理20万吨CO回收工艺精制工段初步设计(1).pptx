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media/image18.svg" ContentType="image/svg+xml"/>
  <Override PartName="/ppt/media/image20.svg" ContentType="image/svg+xml"/>
  <Override PartName="/ppt/media/image22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tags/tag429.xml" ContentType="application/vnd.openxmlformats-officedocument.presentationml.tags+xml"/>
  <Override PartName="/ppt/tags/tag43.xml" ContentType="application/vnd.openxmlformats-officedocument.presentationml.tags+xml"/>
  <Override PartName="/ppt/tags/tag430.xml" ContentType="application/vnd.openxmlformats-officedocument.presentationml.tags+xml"/>
  <Override PartName="/ppt/tags/tag431.xml" ContentType="application/vnd.openxmlformats-officedocument.presentationml.tags+xml"/>
  <Override PartName="/ppt/tags/tag432.xml" ContentType="application/vnd.openxmlformats-officedocument.presentationml.tags+xml"/>
  <Override PartName="/ppt/tags/tag433.xml" ContentType="application/vnd.openxmlformats-officedocument.presentationml.tags+xml"/>
  <Override PartName="/ppt/tags/tag434.xml" ContentType="application/vnd.openxmlformats-officedocument.presentationml.tags+xml"/>
  <Override PartName="/ppt/tags/tag435.xml" ContentType="application/vnd.openxmlformats-officedocument.presentationml.tags+xml"/>
  <Override PartName="/ppt/tags/tag436.xml" ContentType="application/vnd.openxmlformats-officedocument.presentationml.tags+xml"/>
  <Override PartName="/ppt/tags/tag437.xml" ContentType="application/vnd.openxmlformats-officedocument.presentationml.tags+xml"/>
  <Override PartName="/ppt/tags/tag438.xml" ContentType="application/vnd.openxmlformats-officedocument.presentationml.tags+xml"/>
  <Override PartName="/ppt/tags/tag439.xml" ContentType="application/vnd.openxmlformats-officedocument.presentationml.tags+xml"/>
  <Override PartName="/ppt/tags/tag44.xml" ContentType="application/vnd.openxmlformats-officedocument.presentationml.tags+xml"/>
  <Override PartName="/ppt/tags/tag440.xml" ContentType="application/vnd.openxmlformats-officedocument.presentationml.tags+xml"/>
  <Override PartName="/ppt/tags/tag441.xml" ContentType="application/vnd.openxmlformats-officedocument.presentationml.tags+xml"/>
  <Override PartName="/ppt/tags/tag442.xml" ContentType="application/vnd.openxmlformats-officedocument.presentationml.tags+xml"/>
  <Override PartName="/ppt/tags/tag443.xml" ContentType="application/vnd.openxmlformats-officedocument.presentationml.tags+xml"/>
  <Override PartName="/ppt/tags/tag444.xml" ContentType="application/vnd.openxmlformats-officedocument.presentationml.tags+xml"/>
  <Override PartName="/ppt/tags/tag445.xml" ContentType="application/vnd.openxmlformats-officedocument.presentationml.tags+xml"/>
  <Override PartName="/ppt/tags/tag446.xml" ContentType="application/vnd.openxmlformats-officedocument.presentationml.tags+xml"/>
  <Override PartName="/ppt/tags/tag447.xml" ContentType="application/vnd.openxmlformats-officedocument.presentationml.tags+xml"/>
  <Override PartName="/ppt/tags/tag448.xml" ContentType="application/vnd.openxmlformats-officedocument.presentationml.tags+xml"/>
  <Override PartName="/ppt/tags/tag449.xml" ContentType="application/vnd.openxmlformats-officedocument.presentationml.tags+xml"/>
  <Override PartName="/ppt/tags/tag45.xml" ContentType="application/vnd.openxmlformats-officedocument.presentationml.tags+xml"/>
  <Override PartName="/ppt/tags/tag450.xml" ContentType="application/vnd.openxmlformats-officedocument.presentationml.tags+xml"/>
  <Override PartName="/ppt/tags/tag451.xml" ContentType="application/vnd.openxmlformats-officedocument.presentationml.tags+xml"/>
  <Override PartName="/ppt/tags/tag452.xml" ContentType="application/vnd.openxmlformats-officedocument.presentationml.tags+xml"/>
  <Override PartName="/ppt/tags/tag453.xml" ContentType="application/vnd.openxmlformats-officedocument.presentationml.tags+xml"/>
  <Override PartName="/ppt/tags/tag454.xml" ContentType="application/vnd.openxmlformats-officedocument.presentationml.tags+xml"/>
  <Override PartName="/ppt/tags/tag455.xml" ContentType="application/vnd.openxmlformats-officedocument.presentationml.tags+xml"/>
  <Override PartName="/ppt/tags/tag456.xml" ContentType="application/vnd.openxmlformats-officedocument.presentationml.tags+xml"/>
  <Override PartName="/ppt/tags/tag457.xml" ContentType="application/vnd.openxmlformats-officedocument.presentationml.tags+xml"/>
  <Override PartName="/ppt/tags/tag458.xml" ContentType="application/vnd.openxmlformats-officedocument.presentationml.tags+xml"/>
  <Override PartName="/ppt/tags/tag459.xml" ContentType="application/vnd.openxmlformats-officedocument.presentationml.tags+xml"/>
  <Override PartName="/ppt/tags/tag46.xml" ContentType="application/vnd.openxmlformats-officedocument.presentationml.tags+xml"/>
  <Override PartName="/ppt/tags/tag460.xml" ContentType="application/vnd.openxmlformats-officedocument.presentationml.tags+xml"/>
  <Override PartName="/ppt/tags/tag461.xml" ContentType="application/vnd.openxmlformats-officedocument.presentationml.tags+xml"/>
  <Override PartName="/ppt/tags/tag462.xml" ContentType="application/vnd.openxmlformats-officedocument.presentationml.tags+xml"/>
  <Override PartName="/ppt/tags/tag463.xml" ContentType="application/vnd.openxmlformats-officedocument.presentationml.tags+xml"/>
  <Override PartName="/ppt/tags/tag464.xml" ContentType="application/vnd.openxmlformats-officedocument.presentationml.tags+xml"/>
  <Override PartName="/ppt/tags/tag465.xml" ContentType="application/vnd.openxmlformats-officedocument.presentationml.tags+xml"/>
  <Override PartName="/ppt/tags/tag466.xml" ContentType="application/vnd.openxmlformats-officedocument.presentationml.tags+xml"/>
  <Override PartName="/ppt/tags/tag467.xml" ContentType="application/vnd.openxmlformats-officedocument.presentationml.tags+xml"/>
  <Override PartName="/ppt/tags/tag468.xml" ContentType="application/vnd.openxmlformats-officedocument.presentationml.tags+xml"/>
  <Override PartName="/ppt/tags/tag469.xml" ContentType="application/vnd.openxmlformats-officedocument.presentationml.tags+xml"/>
  <Override PartName="/ppt/tags/tag47.xml" ContentType="application/vnd.openxmlformats-officedocument.presentationml.tags+xml"/>
  <Override PartName="/ppt/tags/tag470.xml" ContentType="application/vnd.openxmlformats-officedocument.presentationml.tags+xml"/>
  <Override PartName="/ppt/tags/tag471.xml" ContentType="application/vnd.openxmlformats-officedocument.presentationml.tags+xml"/>
  <Override PartName="/ppt/tags/tag472.xml" ContentType="application/vnd.openxmlformats-officedocument.presentationml.tags+xml"/>
  <Override PartName="/ppt/tags/tag473.xml" ContentType="application/vnd.openxmlformats-officedocument.presentationml.tags+xml"/>
  <Override PartName="/ppt/tags/tag474.xml" ContentType="application/vnd.openxmlformats-officedocument.presentationml.tags+xml"/>
  <Override PartName="/ppt/tags/tag475.xml" ContentType="application/vnd.openxmlformats-officedocument.presentationml.tags+xml"/>
  <Override PartName="/ppt/tags/tag476.xml" ContentType="application/vnd.openxmlformats-officedocument.presentationml.tags+xml"/>
  <Override PartName="/ppt/tags/tag477.xml" ContentType="application/vnd.openxmlformats-officedocument.presentationml.tags+xml"/>
  <Override PartName="/ppt/tags/tag478.xml" ContentType="application/vnd.openxmlformats-officedocument.presentationml.tags+xml"/>
  <Override PartName="/ppt/tags/tag479.xml" ContentType="application/vnd.openxmlformats-officedocument.presentationml.tags+xml"/>
  <Override PartName="/ppt/tags/tag48.xml" ContentType="application/vnd.openxmlformats-officedocument.presentationml.tags+xml"/>
  <Override PartName="/ppt/tags/tag480.xml" ContentType="application/vnd.openxmlformats-officedocument.presentationml.tags+xml"/>
  <Override PartName="/ppt/tags/tag481.xml" ContentType="application/vnd.openxmlformats-officedocument.presentationml.tags+xml"/>
  <Override PartName="/ppt/tags/tag482.xml" ContentType="application/vnd.openxmlformats-officedocument.presentationml.tags+xml"/>
  <Override PartName="/ppt/tags/tag483.xml" ContentType="application/vnd.openxmlformats-officedocument.presentationml.tags+xml"/>
  <Override PartName="/ppt/tags/tag484.xml" ContentType="application/vnd.openxmlformats-officedocument.presentationml.tags+xml"/>
  <Override PartName="/ppt/tags/tag485.xml" ContentType="application/vnd.openxmlformats-officedocument.presentationml.tags+xml"/>
  <Override PartName="/ppt/tags/tag486.xml" ContentType="application/vnd.openxmlformats-officedocument.presentationml.tags+xml"/>
  <Override PartName="/ppt/tags/tag487.xml" ContentType="application/vnd.openxmlformats-officedocument.presentationml.tags+xml"/>
  <Override PartName="/ppt/tags/tag488.xml" ContentType="application/vnd.openxmlformats-officedocument.presentationml.tags+xml"/>
  <Override PartName="/ppt/tags/tag489.xml" ContentType="application/vnd.openxmlformats-officedocument.presentationml.tags+xml"/>
  <Override PartName="/ppt/tags/tag49.xml" ContentType="application/vnd.openxmlformats-officedocument.presentationml.tags+xml"/>
  <Override PartName="/ppt/tags/tag490.xml" ContentType="application/vnd.openxmlformats-officedocument.presentationml.tags+xml"/>
  <Override PartName="/ppt/tags/tag491.xml" ContentType="application/vnd.openxmlformats-officedocument.presentationml.tags+xml"/>
  <Override PartName="/ppt/tags/tag492.xml" ContentType="application/vnd.openxmlformats-officedocument.presentationml.tags+xml"/>
  <Override PartName="/ppt/tags/tag493.xml" ContentType="application/vnd.openxmlformats-officedocument.presentationml.tags+xml"/>
  <Override PartName="/ppt/tags/tag494.xml" ContentType="application/vnd.openxmlformats-officedocument.presentationml.tags+xml"/>
  <Override PartName="/ppt/tags/tag495.xml" ContentType="application/vnd.openxmlformats-officedocument.presentationml.tags+xml"/>
  <Override PartName="/ppt/tags/tag496.xml" ContentType="application/vnd.openxmlformats-officedocument.presentationml.tags+xml"/>
  <Override PartName="/ppt/tags/tag497.xml" ContentType="application/vnd.openxmlformats-officedocument.presentationml.tags+xml"/>
  <Override PartName="/ppt/tags/tag498.xml" ContentType="application/vnd.openxmlformats-officedocument.presentationml.tags+xml"/>
  <Override PartName="/ppt/tags/tag49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00.xml" ContentType="application/vnd.openxmlformats-officedocument.presentationml.tags+xml"/>
  <Override PartName="/ppt/tags/tag501.xml" ContentType="application/vnd.openxmlformats-officedocument.presentationml.tags+xml"/>
  <Override PartName="/ppt/tags/tag502.xml" ContentType="application/vnd.openxmlformats-officedocument.presentationml.tags+xml"/>
  <Override PartName="/ppt/tags/tag503.xml" ContentType="application/vnd.openxmlformats-officedocument.presentationml.tags+xml"/>
  <Override PartName="/ppt/tags/tag504.xml" ContentType="application/vnd.openxmlformats-officedocument.presentationml.tags+xml"/>
  <Override PartName="/ppt/tags/tag505.xml" ContentType="application/vnd.openxmlformats-officedocument.presentationml.tags+xml"/>
  <Override PartName="/ppt/tags/tag506.xml" ContentType="application/vnd.openxmlformats-officedocument.presentationml.tags+xml"/>
  <Override PartName="/ppt/tags/tag507.xml" ContentType="application/vnd.openxmlformats-officedocument.presentationml.tags+xml"/>
  <Override PartName="/ppt/tags/tag508.xml" ContentType="application/vnd.openxmlformats-officedocument.presentationml.tags+xml"/>
  <Override PartName="/ppt/tags/tag509.xml" ContentType="application/vnd.openxmlformats-officedocument.presentationml.tags+xml"/>
  <Override PartName="/ppt/tags/tag51.xml" ContentType="application/vnd.openxmlformats-officedocument.presentationml.tags+xml"/>
  <Override PartName="/ppt/tags/tag510.xml" ContentType="application/vnd.openxmlformats-officedocument.presentationml.tags+xml"/>
  <Override PartName="/ppt/tags/tag511.xml" ContentType="application/vnd.openxmlformats-officedocument.presentationml.tags+xml"/>
  <Override PartName="/ppt/tags/tag512.xml" ContentType="application/vnd.openxmlformats-officedocument.presentationml.tags+xml"/>
  <Override PartName="/ppt/tags/tag513.xml" ContentType="application/vnd.openxmlformats-officedocument.presentationml.tags+xml"/>
  <Override PartName="/ppt/tags/tag514.xml" ContentType="application/vnd.openxmlformats-officedocument.presentationml.tags+xml"/>
  <Override PartName="/ppt/tags/tag515.xml" ContentType="application/vnd.openxmlformats-officedocument.presentationml.tags+xml"/>
  <Override PartName="/ppt/tags/tag516.xml" ContentType="application/vnd.openxmlformats-officedocument.presentationml.tags+xml"/>
  <Override PartName="/ppt/tags/tag517.xml" ContentType="application/vnd.openxmlformats-officedocument.presentationml.tags+xml"/>
  <Override PartName="/ppt/tags/tag518.xml" ContentType="application/vnd.openxmlformats-officedocument.presentationml.tags+xml"/>
  <Override PartName="/ppt/tags/tag519.xml" ContentType="application/vnd.openxmlformats-officedocument.presentationml.tags+xml"/>
  <Override PartName="/ppt/tags/tag52.xml" ContentType="application/vnd.openxmlformats-officedocument.presentationml.tags+xml"/>
  <Override PartName="/ppt/tags/tag520.xml" ContentType="application/vnd.openxmlformats-officedocument.presentationml.tags+xml"/>
  <Override PartName="/ppt/tags/tag521.xml" ContentType="application/vnd.openxmlformats-officedocument.presentationml.tags+xml"/>
  <Override PartName="/ppt/tags/tag522.xml" ContentType="application/vnd.openxmlformats-officedocument.presentationml.tags+xml"/>
  <Override PartName="/ppt/tags/tag523.xml" ContentType="application/vnd.openxmlformats-officedocument.presentationml.tags+xml"/>
  <Override PartName="/ppt/tags/tag524.xml" ContentType="application/vnd.openxmlformats-officedocument.presentationml.tags+xml"/>
  <Override PartName="/ppt/tags/tag525.xml" ContentType="application/vnd.openxmlformats-officedocument.presentationml.tags+xml"/>
  <Override PartName="/ppt/tags/tag526.xml" ContentType="application/vnd.openxmlformats-officedocument.presentationml.tags+xml"/>
  <Override PartName="/ppt/tags/tag527.xml" ContentType="application/vnd.openxmlformats-officedocument.presentationml.tags+xml"/>
  <Override PartName="/ppt/tags/tag528.xml" ContentType="application/vnd.openxmlformats-officedocument.presentationml.tags+xml"/>
  <Override PartName="/ppt/tags/tag529.xml" ContentType="application/vnd.openxmlformats-officedocument.presentationml.tags+xml"/>
  <Override PartName="/ppt/tags/tag53.xml" ContentType="application/vnd.openxmlformats-officedocument.presentationml.tags+xml"/>
  <Override PartName="/ppt/tags/tag530.xml" ContentType="application/vnd.openxmlformats-officedocument.presentationml.tags+xml"/>
  <Override PartName="/ppt/tags/tag531.xml" ContentType="application/vnd.openxmlformats-officedocument.presentationml.tags+xml"/>
  <Override PartName="/ppt/tags/tag532.xml" ContentType="application/vnd.openxmlformats-officedocument.presentationml.tags+xml"/>
  <Override PartName="/ppt/tags/tag533.xml" ContentType="application/vnd.openxmlformats-officedocument.presentationml.tags+xml"/>
  <Override PartName="/ppt/tags/tag534.xml" ContentType="application/vnd.openxmlformats-officedocument.presentationml.tags+xml"/>
  <Override PartName="/ppt/tags/tag535.xml" ContentType="application/vnd.openxmlformats-officedocument.presentationml.tags+xml"/>
  <Override PartName="/ppt/tags/tag536.xml" ContentType="application/vnd.openxmlformats-officedocument.presentationml.tags+xml"/>
  <Override PartName="/ppt/tags/tag537.xml" ContentType="application/vnd.openxmlformats-officedocument.presentationml.tags+xml"/>
  <Override PartName="/ppt/tags/tag538.xml" ContentType="application/vnd.openxmlformats-officedocument.presentationml.tags+xml"/>
  <Override PartName="/ppt/tags/tag539.xml" ContentType="application/vnd.openxmlformats-officedocument.presentationml.tags+xml"/>
  <Override PartName="/ppt/tags/tag54.xml" ContentType="application/vnd.openxmlformats-officedocument.presentationml.tags+xml"/>
  <Override PartName="/ppt/tags/tag540.xml" ContentType="application/vnd.openxmlformats-officedocument.presentationml.tags+xml"/>
  <Override PartName="/ppt/tags/tag541.xml" ContentType="application/vnd.openxmlformats-officedocument.presentationml.tags+xml"/>
  <Override PartName="/ppt/tags/tag542.xml" ContentType="application/vnd.openxmlformats-officedocument.presentationml.tags+xml"/>
  <Override PartName="/ppt/tags/tag543.xml" ContentType="application/vnd.openxmlformats-officedocument.presentationml.tags+xml"/>
  <Override PartName="/ppt/tags/tag544.xml" ContentType="application/vnd.openxmlformats-officedocument.presentationml.tags+xml"/>
  <Override PartName="/ppt/tags/tag545.xml" ContentType="application/vnd.openxmlformats-officedocument.presentationml.tags+xml"/>
  <Override PartName="/ppt/tags/tag546.xml" ContentType="application/vnd.openxmlformats-officedocument.presentationml.tags+xml"/>
  <Override PartName="/ppt/tags/tag547.xml" ContentType="application/vnd.openxmlformats-officedocument.presentationml.tags+xml"/>
  <Override PartName="/ppt/tags/tag548.xml" ContentType="application/vnd.openxmlformats-officedocument.presentationml.tags+xml"/>
  <Override PartName="/ppt/tags/tag549.xml" ContentType="application/vnd.openxmlformats-officedocument.presentationml.tags+xml"/>
  <Override PartName="/ppt/tags/tag55.xml" ContentType="application/vnd.openxmlformats-officedocument.presentationml.tags+xml"/>
  <Override PartName="/ppt/tags/tag550.xml" ContentType="application/vnd.openxmlformats-officedocument.presentationml.tags+xml"/>
  <Override PartName="/ppt/tags/tag551.xml" ContentType="application/vnd.openxmlformats-officedocument.presentationml.tags+xml"/>
  <Override PartName="/ppt/tags/tag552.xml" ContentType="application/vnd.openxmlformats-officedocument.presentationml.tags+xml"/>
  <Override PartName="/ppt/tags/tag553.xml" ContentType="application/vnd.openxmlformats-officedocument.presentationml.tags+xml"/>
  <Override PartName="/ppt/tags/tag554.xml" ContentType="application/vnd.openxmlformats-officedocument.presentationml.tags+xml"/>
  <Override PartName="/ppt/tags/tag555.xml" ContentType="application/vnd.openxmlformats-officedocument.presentationml.tags+xml"/>
  <Override PartName="/ppt/tags/tag556.xml" ContentType="application/vnd.openxmlformats-officedocument.presentationml.tags+xml"/>
  <Override PartName="/ppt/tags/tag557.xml" ContentType="application/vnd.openxmlformats-officedocument.presentationml.tags+xml"/>
  <Override PartName="/ppt/tags/tag558.xml" ContentType="application/vnd.openxmlformats-officedocument.presentationml.tags+xml"/>
  <Override PartName="/ppt/tags/tag559.xml" ContentType="application/vnd.openxmlformats-officedocument.presentationml.tags+xml"/>
  <Override PartName="/ppt/tags/tag56.xml" ContentType="application/vnd.openxmlformats-officedocument.presentationml.tags+xml"/>
  <Override PartName="/ppt/tags/tag560.xml" ContentType="application/vnd.openxmlformats-officedocument.presentationml.tags+xml"/>
  <Override PartName="/ppt/tags/tag561.xml" ContentType="application/vnd.openxmlformats-officedocument.presentationml.tags+xml"/>
  <Override PartName="/ppt/tags/tag562.xml" ContentType="application/vnd.openxmlformats-officedocument.presentationml.tags+xml"/>
  <Override PartName="/ppt/tags/tag563.xml" ContentType="application/vnd.openxmlformats-officedocument.presentationml.tags+xml"/>
  <Override PartName="/ppt/tags/tag564.xml" ContentType="application/vnd.openxmlformats-officedocument.presentationml.tags+xml"/>
  <Override PartName="/ppt/tags/tag565.xml" ContentType="application/vnd.openxmlformats-officedocument.presentationml.tags+xml"/>
  <Override PartName="/ppt/tags/tag566.xml" ContentType="application/vnd.openxmlformats-officedocument.presentationml.tags+xml"/>
  <Override PartName="/ppt/tags/tag567.xml" ContentType="application/vnd.openxmlformats-officedocument.presentationml.tags+xml"/>
  <Override PartName="/ppt/tags/tag568.xml" ContentType="application/vnd.openxmlformats-officedocument.presentationml.tags+xml"/>
  <Override PartName="/ppt/tags/tag569.xml" ContentType="application/vnd.openxmlformats-officedocument.presentationml.tags+xml"/>
  <Override PartName="/ppt/tags/tag57.xml" ContentType="application/vnd.openxmlformats-officedocument.presentationml.tags+xml"/>
  <Override PartName="/ppt/tags/tag570.xml" ContentType="application/vnd.openxmlformats-officedocument.presentationml.tags+xml"/>
  <Override PartName="/ppt/tags/tag571.xml" ContentType="application/vnd.openxmlformats-officedocument.presentationml.tags+xml"/>
  <Override PartName="/ppt/tags/tag572.xml" ContentType="application/vnd.openxmlformats-officedocument.presentationml.tags+xml"/>
  <Override PartName="/ppt/tags/tag573.xml" ContentType="application/vnd.openxmlformats-officedocument.presentationml.tags+xml"/>
  <Override PartName="/ppt/tags/tag574.xml" ContentType="application/vnd.openxmlformats-officedocument.presentationml.tags+xml"/>
  <Override PartName="/ppt/tags/tag575.xml" ContentType="application/vnd.openxmlformats-officedocument.presentationml.tags+xml"/>
  <Override PartName="/ppt/tags/tag576.xml" ContentType="application/vnd.openxmlformats-officedocument.presentationml.tags+xml"/>
  <Override PartName="/ppt/tags/tag577.xml" ContentType="application/vnd.openxmlformats-officedocument.presentationml.tags+xml"/>
  <Override PartName="/ppt/tags/tag578.xml" ContentType="application/vnd.openxmlformats-officedocument.presentationml.tags+xml"/>
  <Override PartName="/ppt/tags/tag579.xml" ContentType="application/vnd.openxmlformats-officedocument.presentationml.tags+xml"/>
  <Override PartName="/ppt/tags/tag58.xml" ContentType="application/vnd.openxmlformats-officedocument.presentationml.tags+xml"/>
  <Override PartName="/ppt/tags/tag580.xml" ContentType="application/vnd.openxmlformats-officedocument.presentationml.tags+xml"/>
  <Override PartName="/ppt/tags/tag581.xml" ContentType="application/vnd.openxmlformats-officedocument.presentationml.tags+xml"/>
  <Override PartName="/ppt/tags/tag582.xml" ContentType="application/vnd.openxmlformats-officedocument.presentationml.tags+xml"/>
  <Override PartName="/ppt/tags/tag583.xml" ContentType="application/vnd.openxmlformats-officedocument.presentationml.tags+xml"/>
  <Override PartName="/ppt/tags/tag584.xml" ContentType="application/vnd.openxmlformats-officedocument.presentationml.tags+xml"/>
  <Override PartName="/ppt/tags/tag585.xml" ContentType="application/vnd.openxmlformats-officedocument.presentationml.tags+xml"/>
  <Override PartName="/ppt/tags/tag586.xml" ContentType="application/vnd.openxmlformats-officedocument.presentationml.tags+xml"/>
  <Override PartName="/ppt/tags/tag587.xml" ContentType="application/vnd.openxmlformats-officedocument.presentationml.tags+xml"/>
  <Override PartName="/ppt/tags/tag588.xml" ContentType="application/vnd.openxmlformats-officedocument.presentationml.tags+xml"/>
  <Override PartName="/ppt/tags/tag589.xml" ContentType="application/vnd.openxmlformats-officedocument.presentationml.tags+xml"/>
  <Override PartName="/ppt/tags/tag59.xml" ContentType="application/vnd.openxmlformats-officedocument.presentationml.tags+xml"/>
  <Override PartName="/ppt/tags/tag590.xml" ContentType="application/vnd.openxmlformats-officedocument.presentationml.tags+xml"/>
  <Override PartName="/ppt/tags/tag591.xml" ContentType="application/vnd.openxmlformats-officedocument.presentationml.tags+xml"/>
  <Override PartName="/ppt/tags/tag592.xml" ContentType="application/vnd.openxmlformats-officedocument.presentationml.tags+xml"/>
  <Override PartName="/ppt/tags/tag593.xml" ContentType="application/vnd.openxmlformats-officedocument.presentationml.tags+xml"/>
  <Override PartName="/ppt/tags/tag594.xml" ContentType="application/vnd.openxmlformats-officedocument.presentationml.tags+xml"/>
  <Override PartName="/ppt/tags/tag595.xml" ContentType="application/vnd.openxmlformats-officedocument.presentationml.tags+xml"/>
  <Override PartName="/ppt/tags/tag596.xml" ContentType="application/vnd.openxmlformats-officedocument.presentationml.tags+xml"/>
  <Override PartName="/ppt/tags/tag597.xml" ContentType="application/vnd.openxmlformats-officedocument.presentationml.tags+xml"/>
  <Override PartName="/ppt/tags/tag598.xml" ContentType="application/vnd.openxmlformats-officedocument.presentationml.tags+xml"/>
  <Override PartName="/ppt/tags/tag59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00.xml" ContentType="application/vnd.openxmlformats-officedocument.presentationml.tags+xml"/>
  <Override PartName="/ppt/tags/tag601.xml" ContentType="application/vnd.openxmlformats-officedocument.presentationml.tags+xml"/>
  <Override PartName="/ppt/tags/tag602.xml" ContentType="application/vnd.openxmlformats-officedocument.presentationml.tags+xml"/>
  <Override PartName="/ppt/tags/tag603.xml" ContentType="application/vnd.openxmlformats-officedocument.presentationml.tags+xml"/>
  <Override PartName="/ppt/tags/tag604.xml" ContentType="application/vnd.openxmlformats-officedocument.presentationml.tags+xml"/>
  <Override PartName="/ppt/tags/tag605.xml" ContentType="application/vnd.openxmlformats-officedocument.presentationml.tags+xml"/>
  <Override PartName="/ppt/tags/tag606.xml" ContentType="application/vnd.openxmlformats-officedocument.presentationml.tags+xml"/>
  <Override PartName="/ppt/tags/tag607.xml" ContentType="application/vnd.openxmlformats-officedocument.presentationml.tags+xml"/>
  <Override PartName="/ppt/tags/tag608.xml" ContentType="application/vnd.openxmlformats-officedocument.presentationml.tags+xml"/>
  <Override PartName="/ppt/tags/tag609.xml" ContentType="application/vnd.openxmlformats-officedocument.presentationml.tags+xml"/>
  <Override PartName="/ppt/tags/tag61.xml" ContentType="application/vnd.openxmlformats-officedocument.presentationml.tags+xml"/>
  <Override PartName="/ppt/tags/tag610.xml" ContentType="application/vnd.openxmlformats-officedocument.presentationml.tags+xml"/>
  <Override PartName="/ppt/tags/tag611.xml" ContentType="application/vnd.openxmlformats-officedocument.presentationml.tags+xml"/>
  <Override PartName="/ppt/tags/tag612.xml" ContentType="application/vnd.openxmlformats-officedocument.presentationml.tags+xml"/>
  <Override PartName="/ppt/tags/tag613.xml" ContentType="application/vnd.openxmlformats-officedocument.presentationml.tags+xml"/>
  <Override PartName="/ppt/tags/tag614.xml" ContentType="application/vnd.openxmlformats-officedocument.presentationml.tags+xml"/>
  <Override PartName="/ppt/tags/tag615.xml" ContentType="application/vnd.openxmlformats-officedocument.presentationml.tags+xml"/>
  <Override PartName="/ppt/tags/tag616.xml" ContentType="application/vnd.openxmlformats-officedocument.presentationml.tags+xml"/>
  <Override PartName="/ppt/tags/tag617.xml" ContentType="application/vnd.openxmlformats-officedocument.presentationml.tags+xml"/>
  <Override PartName="/ppt/tags/tag618.xml" ContentType="application/vnd.openxmlformats-officedocument.presentationml.tags+xml"/>
  <Override PartName="/ppt/tags/tag619.xml" ContentType="application/vnd.openxmlformats-officedocument.presentationml.tags+xml"/>
  <Override PartName="/ppt/tags/tag62.xml" ContentType="application/vnd.openxmlformats-officedocument.presentationml.tags+xml"/>
  <Override PartName="/ppt/tags/tag620.xml" ContentType="application/vnd.openxmlformats-officedocument.presentationml.tags+xml"/>
  <Override PartName="/ppt/tags/tag621.xml" ContentType="application/vnd.openxmlformats-officedocument.presentationml.tags+xml"/>
  <Override PartName="/ppt/tags/tag622.xml" ContentType="application/vnd.openxmlformats-officedocument.presentationml.tags+xml"/>
  <Override PartName="/ppt/tags/tag623.xml" ContentType="application/vnd.openxmlformats-officedocument.presentationml.tags+xml"/>
  <Override PartName="/ppt/tags/tag624.xml" ContentType="application/vnd.openxmlformats-officedocument.presentationml.tags+xml"/>
  <Override PartName="/ppt/tags/tag625.xml" ContentType="application/vnd.openxmlformats-officedocument.presentationml.tags+xml"/>
  <Override PartName="/ppt/tags/tag626.xml" ContentType="application/vnd.openxmlformats-officedocument.presentationml.tags+xml"/>
  <Override PartName="/ppt/tags/tag627.xml" ContentType="application/vnd.openxmlformats-officedocument.presentationml.tags+xml"/>
  <Override PartName="/ppt/tags/tag628.xml" ContentType="application/vnd.openxmlformats-officedocument.presentationml.tags+xml"/>
  <Override PartName="/ppt/tags/tag629.xml" ContentType="application/vnd.openxmlformats-officedocument.presentationml.tags+xml"/>
  <Override PartName="/ppt/tags/tag63.xml" ContentType="application/vnd.openxmlformats-officedocument.presentationml.tags+xml"/>
  <Override PartName="/ppt/tags/tag630.xml" ContentType="application/vnd.openxmlformats-officedocument.presentationml.tags+xml"/>
  <Override PartName="/ppt/tags/tag631.xml" ContentType="application/vnd.openxmlformats-officedocument.presentationml.tags+xml"/>
  <Override PartName="/ppt/tags/tag632.xml" ContentType="application/vnd.openxmlformats-officedocument.presentationml.tags+xml"/>
  <Override PartName="/ppt/tags/tag633.xml" ContentType="application/vnd.openxmlformats-officedocument.presentationml.tags+xml"/>
  <Override PartName="/ppt/tags/tag634.xml" ContentType="application/vnd.openxmlformats-officedocument.presentationml.tags+xml"/>
  <Override PartName="/ppt/tags/tag635.xml" ContentType="application/vnd.openxmlformats-officedocument.presentationml.tags+xml"/>
  <Override PartName="/ppt/tags/tag636.xml" ContentType="application/vnd.openxmlformats-officedocument.presentationml.tags+xml"/>
  <Override PartName="/ppt/tags/tag637.xml" ContentType="application/vnd.openxmlformats-officedocument.presentationml.tags+xml"/>
  <Override PartName="/ppt/tags/tag638.xml" ContentType="application/vnd.openxmlformats-officedocument.presentationml.tags+xml"/>
  <Override PartName="/ppt/tags/tag639.xml" ContentType="application/vnd.openxmlformats-officedocument.presentationml.tags+xml"/>
  <Override PartName="/ppt/tags/tag64.xml" ContentType="application/vnd.openxmlformats-officedocument.presentationml.tags+xml"/>
  <Override PartName="/ppt/tags/tag640.xml" ContentType="application/vnd.openxmlformats-officedocument.presentationml.tags+xml"/>
  <Override PartName="/ppt/tags/tag641.xml" ContentType="application/vnd.openxmlformats-officedocument.presentationml.tags+xml"/>
  <Override PartName="/ppt/tags/tag642.xml" ContentType="application/vnd.openxmlformats-officedocument.presentationml.tags+xml"/>
  <Override PartName="/ppt/tags/tag643.xml" ContentType="application/vnd.openxmlformats-officedocument.presentationml.tags+xml"/>
  <Override PartName="/ppt/tags/tag644.xml" ContentType="application/vnd.openxmlformats-officedocument.presentationml.tags+xml"/>
  <Override PartName="/ppt/tags/tag645.xml" ContentType="application/vnd.openxmlformats-officedocument.presentationml.tags+xml"/>
  <Override PartName="/ppt/tags/tag646.xml" ContentType="application/vnd.openxmlformats-officedocument.presentationml.tags+xml"/>
  <Override PartName="/ppt/tags/tag647.xml" ContentType="application/vnd.openxmlformats-officedocument.presentationml.tags+xml"/>
  <Override PartName="/ppt/tags/tag648.xml" ContentType="application/vnd.openxmlformats-officedocument.presentationml.tags+xml"/>
  <Override PartName="/ppt/tags/tag649.xml" ContentType="application/vnd.openxmlformats-officedocument.presentationml.tags+xml"/>
  <Override PartName="/ppt/tags/tag65.xml" ContentType="application/vnd.openxmlformats-officedocument.presentationml.tags+xml"/>
  <Override PartName="/ppt/tags/tag650.xml" ContentType="application/vnd.openxmlformats-officedocument.presentationml.tags+xml"/>
  <Override PartName="/ppt/tags/tag651.xml" ContentType="application/vnd.openxmlformats-officedocument.presentationml.tags+xml"/>
  <Override PartName="/ppt/tags/tag652.xml" ContentType="application/vnd.openxmlformats-officedocument.presentationml.tags+xml"/>
  <Override PartName="/ppt/tags/tag653.xml" ContentType="application/vnd.openxmlformats-officedocument.presentationml.tags+xml"/>
  <Override PartName="/ppt/tags/tag654.xml" ContentType="application/vnd.openxmlformats-officedocument.presentationml.tags+xml"/>
  <Override PartName="/ppt/tags/tag655.xml" ContentType="application/vnd.openxmlformats-officedocument.presentationml.tags+xml"/>
  <Override PartName="/ppt/tags/tag656.xml" ContentType="application/vnd.openxmlformats-officedocument.presentationml.tags+xml"/>
  <Override PartName="/ppt/tags/tag657.xml" ContentType="application/vnd.openxmlformats-officedocument.presentationml.tags+xml"/>
  <Override PartName="/ppt/tags/tag658.xml" ContentType="application/vnd.openxmlformats-officedocument.presentationml.tags+xml"/>
  <Override PartName="/ppt/tags/tag659.xml" ContentType="application/vnd.openxmlformats-officedocument.presentationml.tags+xml"/>
  <Override PartName="/ppt/tags/tag66.xml" ContentType="application/vnd.openxmlformats-officedocument.presentationml.tags+xml"/>
  <Override PartName="/ppt/tags/tag660.xml" ContentType="application/vnd.openxmlformats-officedocument.presentationml.tags+xml"/>
  <Override PartName="/ppt/tags/tag661.xml" ContentType="application/vnd.openxmlformats-officedocument.presentationml.tags+xml"/>
  <Override PartName="/ppt/tags/tag662.xml" ContentType="application/vnd.openxmlformats-officedocument.presentationml.tags+xml"/>
  <Override PartName="/ppt/tags/tag663.xml" ContentType="application/vnd.openxmlformats-officedocument.presentationml.tags+xml"/>
  <Override PartName="/ppt/tags/tag664.xml" ContentType="application/vnd.openxmlformats-officedocument.presentationml.tags+xml"/>
  <Override PartName="/ppt/tags/tag665.xml" ContentType="application/vnd.openxmlformats-officedocument.presentationml.tags+xml"/>
  <Override PartName="/ppt/tags/tag666.xml" ContentType="application/vnd.openxmlformats-officedocument.presentationml.tags+xml"/>
  <Override PartName="/ppt/tags/tag667.xml" ContentType="application/vnd.openxmlformats-officedocument.presentationml.tags+xml"/>
  <Override PartName="/ppt/tags/tag668.xml" ContentType="application/vnd.openxmlformats-officedocument.presentationml.tags+xml"/>
  <Override PartName="/ppt/tags/tag669.xml" ContentType="application/vnd.openxmlformats-officedocument.presentationml.tags+xml"/>
  <Override PartName="/ppt/tags/tag67.xml" ContentType="application/vnd.openxmlformats-officedocument.presentationml.tags+xml"/>
  <Override PartName="/ppt/tags/tag670.xml" ContentType="application/vnd.openxmlformats-officedocument.presentationml.tags+xml"/>
  <Override PartName="/ppt/tags/tag671.xml" ContentType="application/vnd.openxmlformats-officedocument.presentationml.tags+xml"/>
  <Override PartName="/ppt/tags/tag672.xml" ContentType="application/vnd.openxmlformats-officedocument.presentationml.tags+xml"/>
  <Override PartName="/ppt/tags/tag673.xml" ContentType="application/vnd.openxmlformats-officedocument.presentationml.tags+xml"/>
  <Override PartName="/ppt/tags/tag674.xml" ContentType="application/vnd.openxmlformats-officedocument.presentationml.tags+xml"/>
  <Override PartName="/ppt/tags/tag675.xml" ContentType="application/vnd.openxmlformats-officedocument.presentationml.tags+xml"/>
  <Override PartName="/ppt/tags/tag676.xml" ContentType="application/vnd.openxmlformats-officedocument.presentationml.tags+xml"/>
  <Override PartName="/ppt/tags/tag677.xml" ContentType="application/vnd.openxmlformats-officedocument.presentationml.tags+xml"/>
  <Override PartName="/ppt/tags/tag678.xml" ContentType="application/vnd.openxmlformats-officedocument.presentationml.tags+xml"/>
  <Override PartName="/ppt/tags/tag679.xml" ContentType="application/vnd.openxmlformats-officedocument.presentationml.tags+xml"/>
  <Override PartName="/ppt/tags/tag68.xml" ContentType="application/vnd.openxmlformats-officedocument.presentationml.tags+xml"/>
  <Override PartName="/ppt/tags/tag680.xml" ContentType="application/vnd.openxmlformats-officedocument.presentationml.tags+xml"/>
  <Override PartName="/ppt/tags/tag681.xml" ContentType="application/vnd.openxmlformats-officedocument.presentationml.tags+xml"/>
  <Override PartName="/ppt/tags/tag682.xml" ContentType="application/vnd.openxmlformats-officedocument.presentationml.tags+xml"/>
  <Override PartName="/ppt/tags/tag683.xml" ContentType="application/vnd.openxmlformats-officedocument.presentationml.tags+xml"/>
  <Override PartName="/ppt/tags/tag684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9" r:id="rId3"/>
  </p:sldMasterIdLst>
  <p:notesMasterIdLst>
    <p:notesMasterId r:id="rId23"/>
  </p:notesMasterIdLst>
  <p:sldIdLst>
    <p:sldId id="260" r:id="rId4"/>
    <p:sldId id="261" r:id="rId5"/>
    <p:sldId id="263" r:id="rId6"/>
    <p:sldId id="264" r:id="rId7"/>
    <p:sldId id="296" r:id="rId8"/>
    <p:sldId id="266" r:id="rId9"/>
    <p:sldId id="299" r:id="rId10"/>
    <p:sldId id="267" r:id="rId11"/>
    <p:sldId id="268" r:id="rId12"/>
    <p:sldId id="297" r:id="rId13"/>
    <p:sldId id="298" r:id="rId14"/>
    <p:sldId id="271" r:id="rId15"/>
    <p:sldId id="272" r:id="rId16"/>
    <p:sldId id="274" r:id="rId17"/>
    <p:sldId id="280" r:id="rId18"/>
    <p:sldId id="282" r:id="rId19"/>
    <p:sldId id="283" r:id="rId20"/>
    <p:sldId id="284" r:id="rId21"/>
    <p:sldId id="295" r:id="rId22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kechuying" initials="k" lastIdx="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22" d="100"/>
          <a:sy n="122" d="100"/>
        </p:scale>
        <p:origin x="96" y="2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7" Type="http://schemas.openxmlformats.org/officeDocument/2006/relationships/commentAuthors" Target="commentAuthors.xml"/><Relationship Id="rId26" Type="http://schemas.openxmlformats.org/officeDocument/2006/relationships/tableStyles" Target="tableStyles.xml"/><Relationship Id="rId25" Type="http://schemas.openxmlformats.org/officeDocument/2006/relationships/viewProps" Target="viewProps.xml"/><Relationship Id="rId24" Type="http://schemas.openxmlformats.org/officeDocument/2006/relationships/presProps" Target="presProps.xml"/><Relationship Id="rId23" Type="http://schemas.openxmlformats.org/officeDocument/2006/relationships/notesMaster" Target="notesMasters/notesMaster1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1584" y="1279287"/>
            <a:ext cx="6140577" cy="34540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0375" y="4925254"/>
            <a:ext cx="5682996" cy="402975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4" Type="http://schemas.openxmlformats.org/officeDocument/2006/relationships/tags" Target="../tags/tag6.xml"/><Relationship Id="rId3" Type="http://schemas.openxmlformats.org/officeDocument/2006/relationships/tags" Target="../tags/tag5.xml"/><Relationship Id="rId2" Type="http://schemas.openxmlformats.org/officeDocument/2006/relationships/tags" Target="../tags/tag4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4" Type="http://schemas.openxmlformats.org/officeDocument/2006/relationships/tags" Target="../tags/tag9.xml"/><Relationship Id="rId3" Type="http://schemas.openxmlformats.org/officeDocument/2006/relationships/tags" Target="../tags/tag8.xml"/><Relationship Id="rId2" Type="http://schemas.openxmlformats.org/officeDocument/2006/relationships/tags" Target="../tags/tag7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4" Type="http://schemas.openxmlformats.org/officeDocument/2006/relationships/tags" Target="../tags/tag12.xml"/><Relationship Id="rId3" Type="http://schemas.openxmlformats.org/officeDocument/2006/relationships/tags" Target="../tags/tag11.xml"/><Relationship Id="rId2" Type="http://schemas.openxmlformats.org/officeDocument/2006/relationships/tags" Target="../tags/tag10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4" Type="http://schemas.openxmlformats.org/officeDocument/2006/relationships/tags" Target="../tags/tag15.xml"/><Relationship Id="rId3" Type="http://schemas.openxmlformats.org/officeDocument/2006/relationships/tags" Target="../tags/tag14.xml"/><Relationship Id="rId2" Type="http://schemas.openxmlformats.org/officeDocument/2006/relationships/tags" Target="../tags/tag13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21.xml"/><Relationship Id="rId3" Type="http://schemas.openxmlformats.org/officeDocument/2006/relationships/tags" Target="../tags/tag20.xml"/><Relationship Id="rId2" Type="http://schemas.openxmlformats.org/officeDocument/2006/relationships/tags" Target="../tags/tag19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4" Type="http://schemas.openxmlformats.org/officeDocument/2006/relationships/tags" Target="../tags/tag27.xml"/><Relationship Id="rId3" Type="http://schemas.openxmlformats.org/officeDocument/2006/relationships/tags" Target="../tags/tag26.xml"/><Relationship Id="rId2" Type="http://schemas.openxmlformats.org/officeDocument/2006/relationships/tags" Target="../tags/tag25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4" Type="http://schemas.openxmlformats.org/officeDocument/2006/relationships/tags" Target="../tags/tag30.xml"/><Relationship Id="rId3" Type="http://schemas.openxmlformats.org/officeDocument/2006/relationships/tags" Target="../tags/tag29.xml"/><Relationship Id="rId2" Type="http://schemas.openxmlformats.org/officeDocument/2006/relationships/tags" Target="../tags/tag2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9" Type="http://schemas.openxmlformats.org/officeDocument/2006/relationships/tags" Target="../tags/tag41.xml"/><Relationship Id="rId8" Type="http://schemas.openxmlformats.org/officeDocument/2006/relationships/tags" Target="../tags/tag40.xml"/><Relationship Id="rId7" Type="http://schemas.openxmlformats.org/officeDocument/2006/relationships/tags" Target="../tags/tag39.xml"/><Relationship Id="rId6" Type="http://schemas.openxmlformats.org/officeDocument/2006/relationships/tags" Target="../tags/tag38.xml"/><Relationship Id="rId5" Type="http://schemas.openxmlformats.org/officeDocument/2006/relationships/tags" Target="../tags/tag37.xml"/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2" Type="http://schemas.openxmlformats.org/officeDocument/2006/relationships/tags" Target="../tags/tag44.xml"/><Relationship Id="rId11" Type="http://schemas.openxmlformats.org/officeDocument/2006/relationships/tags" Target="../tags/tag43.xml"/><Relationship Id="rId10" Type="http://schemas.openxmlformats.org/officeDocument/2006/relationships/tags" Target="../tags/tag42.xml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9" Type="http://schemas.openxmlformats.org/officeDocument/2006/relationships/tags" Target="../tags/tag52.xml"/><Relationship Id="rId8" Type="http://schemas.openxmlformats.org/officeDocument/2006/relationships/tags" Target="../tags/tag51.xml"/><Relationship Id="rId7" Type="http://schemas.openxmlformats.org/officeDocument/2006/relationships/tags" Target="../tags/tag50.xml"/><Relationship Id="rId6" Type="http://schemas.openxmlformats.org/officeDocument/2006/relationships/tags" Target="../tags/tag49.xml"/><Relationship Id="rId5" Type="http://schemas.openxmlformats.org/officeDocument/2006/relationships/tags" Target="../tags/tag48.xml"/><Relationship Id="rId4" Type="http://schemas.openxmlformats.org/officeDocument/2006/relationships/tags" Target="../tags/tag47.xml"/><Relationship Id="rId3" Type="http://schemas.openxmlformats.org/officeDocument/2006/relationships/tags" Target="../tags/tag46.xml"/><Relationship Id="rId2" Type="http://schemas.openxmlformats.org/officeDocument/2006/relationships/tags" Target="../tags/tag45.xml"/><Relationship Id="rId17" Type="http://schemas.openxmlformats.org/officeDocument/2006/relationships/tags" Target="../tags/tag60.xml"/><Relationship Id="rId16" Type="http://schemas.openxmlformats.org/officeDocument/2006/relationships/tags" Target="../tags/tag59.xml"/><Relationship Id="rId15" Type="http://schemas.openxmlformats.org/officeDocument/2006/relationships/tags" Target="../tags/tag58.xml"/><Relationship Id="rId14" Type="http://schemas.openxmlformats.org/officeDocument/2006/relationships/tags" Target="../tags/tag57.xml"/><Relationship Id="rId13" Type="http://schemas.openxmlformats.org/officeDocument/2006/relationships/tags" Target="../tags/tag56.xml"/><Relationship Id="rId12" Type="http://schemas.openxmlformats.org/officeDocument/2006/relationships/tags" Target="../tags/tag55.xml"/><Relationship Id="rId11" Type="http://schemas.openxmlformats.org/officeDocument/2006/relationships/tags" Target="../tags/tag54.xml"/><Relationship Id="rId10" Type="http://schemas.openxmlformats.org/officeDocument/2006/relationships/tags" Target="../tags/tag53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9" Type="http://schemas.openxmlformats.org/officeDocument/2006/relationships/tags" Target="../tags/tag68.xml"/><Relationship Id="rId8" Type="http://schemas.openxmlformats.org/officeDocument/2006/relationships/tags" Target="../tags/tag67.xml"/><Relationship Id="rId7" Type="http://schemas.openxmlformats.org/officeDocument/2006/relationships/tags" Target="../tags/tag66.xml"/><Relationship Id="rId6" Type="http://schemas.openxmlformats.org/officeDocument/2006/relationships/tags" Target="../tags/tag65.xml"/><Relationship Id="rId5" Type="http://schemas.openxmlformats.org/officeDocument/2006/relationships/tags" Target="../tags/tag64.xml"/><Relationship Id="rId4" Type="http://schemas.openxmlformats.org/officeDocument/2006/relationships/tags" Target="../tags/tag63.xml"/><Relationship Id="rId3" Type="http://schemas.openxmlformats.org/officeDocument/2006/relationships/tags" Target="../tags/tag62.xml"/><Relationship Id="rId2" Type="http://schemas.openxmlformats.org/officeDocument/2006/relationships/tags" Target="../tags/tag61.xml"/><Relationship Id="rId15" Type="http://schemas.openxmlformats.org/officeDocument/2006/relationships/tags" Target="../tags/tag74.xml"/><Relationship Id="rId14" Type="http://schemas.openxmlformats.org/officeDocument/2006/relationships/tags" Target="../tags/tag73.xml"/><Relationship Id="rId13" Type="http://schemas.openxmlformats.org/officeDocument/2006/relationships/tags" Target="../tags/tag72.xml"/><Relationship Id="rId12" Type="http://schemas.openxmlformats.org/officeDocument/2006/relationships/tags" Target="../tags/tag71.xml"/><Relationship Id="rId11" Type="http://schemas.openxmlformats.org/officeDocument/2006/relationships/tags" Target="../tags/tag70.xml"/><Relationship Id="rId10" Type="http://schemas.openxmlformats.org/officeDocument/2006/relationships/tags" Target="../tags/tag69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9" Type="http://schemas.openxmlformats.org/officeDocument/2006/relationships/tags" Target="../tags/tag82.xml"/><Relationship Id="rId8" Type="http://schemas.openxmlformats.org/officeDocument/2006/relationships/tags" Target="../tags/tag81.xml"/><Relationship Id="rId7" Type="http://schemas.openxmlformats.org/officeDocument/2006/relationships/tags" Target="../tags/tag80.xml"/><Relationship Id="rId6" Type="http://schemas.openxmlformats.org/officeDocument/2006/relationships/tags" Target="../tags/tag79.xml"/><Relationship Id="rId5" Type="http://schemas.openxmlformats.org/officeDocument/2006/relationships/tags" Target="../tags/tag78.xml"/><Relationship Id="rId4" Type="http://schemas.openxmlformats.org/officeDocument/2006/relationships/tags" Target="../tags/tag77.xml"/><Relationship Id="rId3" Type="http://schemas.openxmlformats.org/officeDocument/2006/relationships/tags" Target="../tags/tag76.xml"/><Relationship Id="rId2" Type="http://schemas.openxmlformats.org/officeDocument/2006/relationships/tags" Target="../tags/tag75.xml"/><Relationship Id="rId17" Type="http://schemas.openxmlformats.org/officeDocument/2006/relationships/tags" Target="../tags/tag90.xml"/><Relationship Id="rId16" Type="http://schemas.openxmlformats.org/officeDocument/2006/relationships/tags" Target="../tags/tag89.xml"/><Relationship Id="rId15" Type="http://schemas.openxmlformats.org/officeDocument/2006/relationships/tags" Target="../tags/tag88.xml"/><Relationship Id="rId14" Type="http://schemas.openxmlformats.org/officeDocument/2006/relationships/tags" Target="../tags/tag87.xml"/><Relationship Id="rId13" Type="http://schemas.openxmlformats.org/officeDocument/2006/relationships/tags" Target="../tags/tag86.xml"/><Relationship Id="rId12" Type="http://schemas.openxmlformats.org/officeDocument/2006/relationships/tags" Target="../tags/tag85.xml"/><Relationship Id="rId11" Type="http://schemas.openxmlformats.org/officeDocument/2006/relationships/tags" Target="../tags/tag84.xml"/><Relationship Id="rId10" Type="http://schemas.openxmlformats.org/officeDocument/2006/relationships/tags" Target="../tags/tag83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9" Type="http://schemas.openxmlformats.org/officeDocument/2006/relationships/tags" Target="../tags/tag98.xml"/><Relationship Id="rId8" Type="http://schemas.openxmlformats.org/officeDocument/2006/relationships/tags" Target="../tags/tag97.xml"/><Relationship Id="rId7" Type="http://schemas.openxmlformats.org/officeDocument/2006/relationships/tags" Target="../tags/tag96.xml"/><Relationship Id="rId6" Type="http://schemas.openxmlformats.org/officeDocument/2006/relationships/tags" Target="../tags/tag95.xml"/><Relationship Id="rId5" Type="http://schemas.openxmlformats.org/officeDocument/2006/relationships/tags" Target="../tags/tag94.xml"/><Relationship Id="rId4" Type="http://schemas.openxmlformats.org/officeDocument/2006/relationships/tags" Target="../tags/tag93.xml"/><Relationship Id="rId3" Type="http://schemas.openxmlformats.org/officeDocument/2006/relationships/tags" Target="../tags/tag92.xml"/><Relationship Id="rId20" Type="http://schemas.openxmlformats.org/officeDocument/2006/relationships/tags" Target="../tags/tag109.xml"/><Relationship Id="rId2" Type="http://schemas.openxmlformats.org/officeDocument/2006/relationships/tags" Target="../tags/tag91.xml"/><Relationship Id="rId19" Type="http://schemas.openxmlformats.org/officeDocument/2006/relationships/tags" Target="../tags/tag108.xml"/><Relationship Id="rId18" Type="http://schemas.openxmlformats.org/officeDocument/2006/relationships/tags" Target="../tags/tag107.xml"/><Relationship Id="rId17" Type="http://schemas.openxmlformats.org/officeDocument/2006/relationships/tags" Target="../tags/tag106.xml"/><Relationship Id="rId16" Type="http://schemas.openxmlformats.org/officeDocument/2006/relationships/tags" Target="../tags/tag105.xml"/><Relationship Id="rId15" Type="http://schemas.openxmlformats.org/officeDocument/2006/relationships/tags" Target="../tags/tag104.xml"/><Relationship Id="rId14" Type="http://schemas.openxmlformats.org/officeDocument/2006/relationships/tags" Target="../tags/tag103.xml"/><Relationship Id="rId13" Type="http://schemas.openxmlformats.org/officeDocument/2006/relationships/tags" Target="../tags/tag102.xml"/><Relationship Id="rId12" Type="http://schemas.openxmlformats.org/officeDocument/2006/relationships/tags" Target="../tags/tag101.xml"/><Relationship Id="rId11" Type="http://schemas.openxmlformats.org/officeDocument/2006/relationships/tags" Target="../tags/tag100.xml"/><Relationship Id="rId10" Type="http://schemas.openxmlformats.org/officeDocument/2006/relationships/tags" Target="../tags/tag99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9" Type="http://schemas.openxmlformats.org/officeDocument/2006/relationships/tags" Target="../tags/tag117.xml"/><Relationship Id="rId8" Type="http://schemas.openxmlformats.org/officeDocument/2006/relationships/tags" Target="../tags/tag116.xml"/><Relationship Id="rId7" Type="http://schemas.openxmlformats.org/officeDocument/2006/relationships/tags" Target="../tags/tag115.xml"/><Relationship Id="rId6" Type="http://schemas.openxmlformats.org/officeDocument/2006/relationships/tags" Target="../tags/tag114.xml"/><Relationship Id="rId5" Type="http://schemas.openxmlformats.org/officeDocument/2006/relationships/tags" Target="../tags/tag113.xml"/><Relationship Id="rId4" Type="http://schemas.openxmlformats.org/officeDocument/2006/relationships/tags" Target="../tags/tag112.xml"/><Relationship Id="rId3" Type="http://schemas.openxmlformats.org/officeDocument/2006/relationships/tags" Target="../tags/tag111.xml"/><Relationship Id="rId2" Type="http://schemas.openxmlformats.org/officeDocument/2006/relationships/tags" Target="../tags/tag110.xml"/><Relationship Id="rId17" Type="http://schemas.openxmlformats.org/officeDocument/2006/relationships/tags" Target="../tags/tag125.xml"/><Relationship Id="rId16" Type="http://schemas.openxmlformats.org/officeDocument/2006/relationships/tags" Target="../tags/tag124.xml"/><Relationship Id="rId15" Type="http://schemas.openxmlformats.org/officeDocument/2006/relationships/tags" Target="../tags/tag123.xml"/><Relationship Id="rId14" Type="http://schemas.openxmlformats.org/officeDocument/2006/relationships/tags" Target="../tags/tag122.xml"/><Relationship Id="rId13" Type="http://schemas.openxmlformats.org/officeDocument/2006/relationships/tags" Target="../tags/tag121.xml"/><Relationship Id="rId12" Type="http://schemas.openxmlformats.org/officeDocument/2006/relationships/tags" Target="../tags/tag120.xml"/><Relationship Id="rId11" Type="http://schemas.openxmlformats.org/officeDocument/2006/relationships/tags" Target="../tags/tag119.xml"/><Relationship Id="rId10" Type="http://schemas.openxmlformats.org/officeDocument/2006/relationships/tags" Target="../tags/tag118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9" Type="http://schemas.openxmlformats.org/officeDocument/2006/relationships/tags" Target="../tags/tag133.xml"/><Relationship Id="rId8" Type="http://schemas.openxmlformats.org/officeDocument/2006/relationships/tags" Target="../tags/tag132.xml"/><Relationship Id="rId7" Type="http://schemas.openxmlformats.org/officeDocument/2006/relationships/tags" Target="../tags/tag131.xml"/><Relationship Id="rId6" Type="http://schemas.openxmlformats.org/officeDocument/2006/relationships/tags" Target="../tags/tag130.xml"/><Relationship Id="rId5" Type="http://schemas.openxmlformats.org/officeDocument/2006/relationships/tags" Target="../tags/tag129.xml"/><Relationship Id="rId4" Type="http://schemas.openxmlformats.org/officeDocument/2006/relationships/tags" Target="../tags/tag128.xml"/><Relationship Id="rId3" Type="http://schemas.openxmlformats.org/officeDocument/2006/relationships/tags" Target="../tags/tag127.xml"/><Relationship Id="rId2" Type="http://schemas.openxmlformats.org/officeDocument/2006/relationships/tags" Target="../tags/tag126.xml"/><Relationship Id="rId17" Type="http://schemas.openxmlformats.org/officeDocument/2006/relationships/tags" Target="../tags/tag141.xml"/><Relationship Id="rId16" Type="http://schemas.openxmlformats.org/officeDocument/2006/relationships/tags" Target="../tags/tag140.xml"/><Relationship Id="rId15" Type="http://schemas.openxmlformats.org/officeDocument/2006/relationships/tags" Target="../tags/tag139.xml"/><Relationship Id="rId14" Type="http://schemas.openxmlformats.org/officeDocument/2006/relationships/tags" Target="../tags/tag138.xml"/><Relationship Id="rId13" Type="http://schemas.openxmlformats.org/officeDocument/2006/relationships/tags" Target="../tags/tag137.xml"/><Relationship Id="rId12" Type="http://schemas.openxmlformats.org/officeDocument/2006/relationships/tags" Target="../tags/tag136.xml"/><Relationship Id="rId11" Type="http://schemas.openxmlformats.org/officeDocument/2006/relationships/tags" Target="../tags/tag135.xml"/><Relationship Id="rId10" Type="http://schemas.openxmlformats.org/officeDocument/2006/relationships/tags" Target="../tags/tag134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9" Type="http://schemas.openxmlformats.org/officeDocument/2006/relationships/tags" Target="../tags/tag149.xml"/><Relationship Id="rId8" Type="http://schemas.openxmlformats.org/officeDocument/2006/relationships/tags" Target="../tags/tag148.xml"/><Relationship Id="rId7" Type="http://schemas.openxmlformats.org/officeDocument/2006/relationships/tags" Target="../tags/tag147.xml"/><Relationship Id="rId6" Type="http://schemas.openxmlformats.org/officeDocument/2006/relationships/tags" Target="../tags/tag146.xml"/><Relationship Id="rId5" Type="http://schemas.openxmlformats.org/officeDocument/2006/relationships/tags" Target="../tags/tag145.xml"/><Relationship Id="rId4" Type="http://schemas.openxmlformats.org/officeDocument/2006/relationships/tags" Target="../tags/tag144.xml"/><Relationship Id="rId3" Type="http://schemas.openxmlformats.org/officeDocument/2006/relationships/tags" Target="../tags/tag143.xml"/><Relationship Id="rId2" Type="http://schemas.openxmlformats.org/officeDocument/2006/relationships/tags" Target="../tags/tag142.xml"/><Relationship Id="rId14" Type="http://schemas.openxmlformats.org/officeDocument/2006/relationships/tags" Target="../tags/tag154.xml"/><Relationship Id="rId13" Type="http://schemas.openxmlformats.org/officeDocument/2006/relationships/tags" Target="../tags/tag153.xml"/><Relationship Id="rId12" Type="http://schemas.openxmlformats.org/officeDocument/2006/relationships/tags" Target="../tags/tag152.xml"/><Relationship Id="rId11" Type="http://schemas.openxmlformats.org/officeDocument/2006/relationships/tags" Target="../tags/tag151.xml"/><Relationship Id="rId10" Type="http://schemas.openxmlformats.org/officeDocument/2006/relationships/tags" Target="../tags/tag150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9" Type="http://schemas.openxmlformats.org/officeDocument/2006/relationships/tags" Target="../tags/tag162.xml"/><Relationship Id="rId8" Type="http://schemas.openxmlformats.org/officeDocument/2006/relationships/tags" Target="../tags/tag161.xml"/><Relationship Id="rId7" Type="http://schemas.openxmlformats.org/officeDocument/2006/relationships/tags" Target="../tags/tag160.xml"/><Relationship Id="rId6" Type="http://schemas.openxmlformats.org/officeDocument/2006/relationships/tags" Target="../tags/tag159.xml"/><Relationship Id="rId5" Type="http://schemas.openxmlformats.org/officeDocument/2006/relationships/tags" Target="../tags/tag158.xml"/><Relationship Id="rId4" Type="http://schemas.openxmlformats.org/officeDocument/2006/relationships/tags" Target="../tags/tag157.xml"/><Relationship Id="rId3" Type="http://schemas.openxmlformats.org/officeDocument/2006/relationships/tags" Target="../tags/tag156.xml"/><Relationship Id="rId2" Type="http://schemas.openxmlformats.org/officeDocument/2006/relationships/tags" Target="../tags/tag155.xml"/><Relationship Id="rId12" Type="http://schemas.openxmlformats.org/officeDocument/2006/relationships/tags" Target="../tags/tag165.xml"/><Relationship Id="rId11" Type="http://schemas.openxmlformats.org/officeDocument/2006/relationships/tags" Target="../tags/tag164.xml"/><Relationship Id="rId10" Type="http://schemas.openxmlformats.org/officeDocument/2006/relationships/tags" Target="../tags/tag163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9" Type="http://schemas.openxmlformats.org/officeDocument/2006/relationships/tags" Target="../tags/tag173.xml"/><Relationship Id="rId8" Type="http://schemas.openxmlformats.org/officeDocument/2006/relationships/tags" Target="../tags/tag172.xml"/><Relationship Id="rId7" Type="http://schemas.openxmlformats.org/officeDocument/2006/relationships/tags" Target="../tags/tag171.xml"/><Relationship Id="rId6" Type="http://schemas.openxmlformats.org/officeDocument/2006/relationships/tags" Target="../tags/tag170.xml"/><Relationship Id="rId5" Type="http://schemas.openxmlformats.org/officeDocument/2006/relationships/tags" Target="../tags/tag169.xml"/><Relationship Id="rId4" Type="http://schemas.openxmlformats.org/officeDocument/2006/relationships/tags" Target="../tags/tag168.xml"/><Relationship Id="rId3" Type="http://schemas.openxmlformats.org/officeDocument/2006/relationships/tags" Target="../tags/tag167.xml"/><Relationship Id="rId2" Type="http://schemas.openxmlformats.org/officeDocument/2006/relationships/tags" Target="../tags/tag166.xml"/><Relationship Id="rId17" Type="http://schemas.openxmlformats.org/officeDocument/2006/relationships/tags" Target="../tags/tag181.xml"/><Relationship Id="rId16" Type="http://schemas.openxmlformats.org/officeDocument/2006/relationships/tags" Target="../tags/tag180.xml"/><Relationship Id="rId15" Type="http://schemas.openxmlformats.org/officeDocument/2006/relationships/tags" Target="../tags/tag179.xml"/><Relationship Id="rId14" Type="http://schemas.openxmlformats.org/officeDocument/2006/relationships/tags" Target="../tags/tag178.xml"/><Relationship Id="rId13" Type="http://schemas.openxmlformats.org/officeDocument/2006/relationships/tags" Target="../tags/tag177.xml"/><Relationship Id="rId12" Type="http://schemas.openxmlformats.org/officeDocument/2006/relationships/tags" Target="../tags/tag176.xml"/><Relationship Id="rId11" Type="http://schemas.openxmlformats.org/officeDocument/2006/relationships/tags" Target="../tags/tag175.xml"/><Relationship Id="rId10" Type="http://schemas.openxmlformats.org/officeDocument/2006/relationships/tags" Target="../tags/tag174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9" Type="http://schemas.openxmlformats.org/officeDocument/2006/relationships/tags" Target="../tags/tag189.xml"/><Relationship Id="rId8" Type="http://schemas.openxmlformats.org/officeDocument/2006/relationships/tags" Target="../tags/tag188.xml"/><Relationship Id="rId7" Type="http://schemas.openxmlformats.org/officeDocument/2006/relationships/tags" Target="../tags/tag187.xml"/><Relationship Id="rId6" Type="http://schemas.openxmlformats.org/officeDocument/2006/relationships/tags" Target="../tags/tag186.xml"/><Relationship Id="rId5" Type="http://schemas.openxmlformats.org/officeDocument/2006/relationships/tags" Target="../tags/tag185.xml"/><Relationship Id="rId4" Type="http://schemas.openxmlformats.org/officeDocument/2006/relationships/tags" Target="../tags/tag184.xml"/><Relationship Id="rId3" Type="http://schemas.openxmlformats.org/officeDocument/2006/relationships/tags" Target="../tags/tag183.xml"/><Relationship Id="rId2" Type="http://schemas.openxmlformats.org/officeDocument/2006/relationships/tags" Target="../tags/tag182.xml"/><Relationship Id="rId14" Type="http://schemas.openxmlformats.org/officeDocument/2006/relationships/tags" Target="../tags/tag194.xml"/><Relationship Id="rId13" Type="http://schemas.openxmlformats.org/officeDocument/2006/relationships/tags" Target="../tags/tag193.xml"/><Relationship Id="rId12" Type="http://schemas.openxmlformats.org/officeDocument/2006/relationships/tags" Target="../tags/tag192.xml"/><Relationship Id="rId11" Type="http://schemas.openxmlformats.org/officeDocument/2006/relationships/tags" Target="../tags/tag191.xml"/><Relationship Id="rId10" Type="http://schemas.openxmlformats.org/officeDocument/2006/relationships/tags" Target="../tags/tag190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9" Type="http://schemas.openxmlformats.org/officeDocument/2006/relationships/tags" Target="../tags/tag202.xml"/><Relationship Id="rId8" Type="http://schemas.openxmlformats.org/officeDocument/2006/relationships/tags" Target="../tags/tag201.xml"/><Relationship Id="rId7" Type="http://schemas.openxmlformats.org/officeDocument/2006/relationships/tags" Target="../tags/tag200.xml"/><Relationship Id="rId6" Type="http://schemas.openxmlformats.org/officeDocument/2006/relationships/tags" Target="../tags/tag199.xml"/><Relationship Id="rId5" Type="http://schemas.openxmlformats.org/officeDocument/2006/relationships/tags" Target="../tags/tag198.xml"/><Relationship Id="rId4" Type="http://schemas.openxmlformats.org/officeDocument/2006/relationships/tags" Target="../tags/tag197.xml"/><Relationship Id="rId3" Type="http://schemas.openxmlformats.org/officeDocument/2006/relationships/tags" Target="../tags/tag196.xml"/><Relationship Id="rId2" Type="http://schemas.openxmlformats.org/officeDocument/2006/relationships/tags" Target="../tags/tag195.xml"/><Relationship Id="rId15" Type="http://schemas.openxmlformats.org/officeDocument/2006/relationships/tags" Target="../tags/tag208.xml"/><Relationship Id="rId14" Type="http://schemas.openxmlformats.org/officeDocument/2006/relationships/tags" Target="../tags/tag207.xml"/><Relationship Id="rId13" Type="http://schemas.openxmlformats.org/officeDocument/2006/relationships/tags" Target="../tags/tag206.xml"/><Relationship Id="rId12" Type="http://schemas.openxmlformats.org/officeDocument/2006/relationships/tags" Target="../tags/tag205.xml"/><Relationship Id="rId11" Type="http://schemas.openxmlformats.org/officeDocument/2006/relationships/tags" Target="../tags/tag204.xml"/><Relationship Id="rId10" Type="http://schemas.openxmlformats.org/officeDocument/2006/relationships/tags" Target="../tags/tag203.xml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9" Type="http://schemas.openxmlformats.org/officeDocument/2006/relationships/tags" Target="../tags/tag216.xml"/><Relationship Id="rId8" Type="http://schemas.openxmlformats.org/officeDocument/2006/relationships/tags" Target="../tags/tag215.xml"/><Relationship Id="rId7" Type="http://schemas.openxmlformats.org/officeDocument/2006/relationships/tags" Target="../tags/tag214.xml"/><Relationship Id="rId6" Type="http://schemas.openxmlformats.org/officeDocument/2006/relationships/tags" Target="../tags/tag213.xml"/><Relationship Id="rId5" Type="http://schemas.openxmlformats.org/officeDocument/2006/relationships/tags" Target="../tags/tag212.xml"/><Relationship Id="rId4" Type="http://schemas.openxmlformats.org/officeDocument/2006/relationships/tags" Target="../tags/tag211.xml"/><Relationship Id="rId3" Type="http://schemas.openxmlformats.org/officeDocument/2006/relationships/tags" Target="../tags/tag210.xml"/><Relationship Id="rId2" Type="http://schemas.openxmlformats.org/officeDocument/2006/relationships/tags" Target="../tags/tag209.xml"/><Relationship Id="rId15" Type="http://schemas.openxmlformats.org/officeDocument/2006/relationships/tags" Target="../tags/tag222.xml"/><Relationship Id="rId14" Type="http://schemas.openxmlformats.org/officeDocument/2006/relationships/tags" Target="../tags/tag221.xml"/><Relationship Id="rId13" Type="http://schemas.openxmlformats.org/officeDocument/2006/relationships/tags" Target="../tags/tag220.xml"/><Relationship Id="rId12" Type="http://schemas.openxmlformats.org/officeDocument/2006/relationships/tags" Target="../tags/tag219.xml"/><Relationship Id="rId11" Type="http://schemas.openxmlformats.org/officeDocument/2006/relationships/tags" Target="../tags/tag218.xml"/><Relationship Id="rId10" Type="http://schemas.openxmlformats.org/officeDocument/2006/relationships/tags" Target="../tags/tag217.xml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9" Type="http://schemas.openxmlformats.org/officeDocument/2006/relationships/tags" Target="../tags/tag230.xml"/><Relationship Id="rId8" Type="http://schemas.openxmlformats.org/officeDocument/2006/relationships/tags" Target="../tags/tag229.xml"/><Relationship Id="rId7" Type="http://schemas.openxmlformats.org/officeDocument/2006/relationships/tags" Target="../tags/tag228.xml"/><Relationship Id="rId6" Type="http://schemas.openxmlformats.org/officeDocument/2006/relationships/tags" Target="../tags/tag227.xml"/><Relationship Id="rId5" Type="http://schemas.openxmlformats.org/officeDocument/2006/relationships/tags" Target="../tags/tag226.xml"/><Relationship Id="rId4" Type="http://schemas.openxmlformats.org/officeDocument/2006/relationships/tags" Target="../tags/tag225.xml"/><Relationship Id="rId3" Type="http://schemas.openxmlformats.org/officeDocument/2006/relationships/tags" Target="../tags/tag224.xml"/><Relationship Id="rId2" Type="http://schemas.openxmlformats.org/officeDocument/2006/relationships/tags" Target="../tags/tag223.xml"/><Relationship Id="rId17" Type="http://schemas.openxmlformats.org/officeDocument/2006/relationships/tags" Target="../tags/tag238.xml"/><Relationship Id="rId16" Type="http://schemas.openxmlformats.org/officeDocument/2006/relationships/tags" Target="../tags/tag237.xml"/><Relationship Id="rId15" Type="http://schemas.openxmlformats.org/officeDocument/2006/relationships/tags" Target="../tags/tag236.xml"/><Relationship Id="rId14" Type="http://schemas.openxmlformats.org/officeDocument/2006/relationships/tags" Target="../tags/tag235.xml"/><Relationship Id="rId13" Type="http://schemas.openxmlformats.org/officeDocument/2006/relationships/tags" Target="../tags/tag234.xml"/><Relationship Id="rId12" Type="http://schemas.openxmlformats.org/officeDocument/2006/relationships/tags" Target="../tags/tag233.xml"/><Relationship Id="rId11" Type="http://schemas.openxmlformats.org/officeDocument/2006/relationships/tags" Target="../tags/tag232.xml"/><Relationship Id="rId10" Type="http://schemas.openxmlformats.org/officeDocument/2006/relationships/tags" Target="../tags/tag231.xml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9" Type="http://schemas.openxmlformats.org/officeDocument/2006/relationships/tags" Target="../tags/tag246.xml"/><Relationship Id="rId8" Type="http://schemas.openxmlformats.org/officeDocument/2006/relationships/tags" Target="../tags/tag245.xml"/><Relationship Id="rId7" Type="http://schemas.openxmlformats.org/officeDocument/2006/relationships/tags" Target="../tags/tag244.xml"/><Relationship Id="rId6" Type="http://schemas.openxmlformats.org/officeDocument/2006/relationships/tags" Target="../tags/tag243.xml"/><Relationship Id="rId5" Type="http://schemas.openxmlformats.org/officeDocument/2006/relationships/tags" Target="../tags/tag242.xml"/><Relationship Id="rId4" Type="http://schemas.openxmlformats.org/officeDocument/2006/relationships/tags" Target="../tags/tag241.xml"/><Relationship Id="rId3" Type="http://schemas.openxmlformats.org/officeDocument/2006/relationships/tags" Target="../tags/tag240.xml"/><Relationship Id="rId2" Type="http://schemas.openxmlformats.org/officeDocument/2006/relationships/tags" Target="../tags/tag239.xml"/><Relationship Id="rId15" Type="http://schemas.openxmlformats.org/officeDocument/2006/relationships/tags" Target="../tags/tag252.xml"/><Relationship Id="rId14" Type="http://schemas.openxmlformats.org/officeDocument/2006/relationships/tags" Target="../tags/tag251.xml"/><Relationship Id="rId13" Type="http://schemas.openxmlformats.org/officeDocument/2006/relationships/tags" Target="../tags/tag250.xml"/><Relationship Id="rId12" Type="http://schemas.openxmlformats.org/officeDocument/2006/relationships/tags" Target="../tags/tag249.xml"/><Relationship Id="rId11" Type="http://schemas.openxmlformats.org/officeDocument/2006/relationships/tags" Target="../tags/tag248.xml"/><Relationship Id="rId10" Type="http://schemas.openxmlformats.org/officeDocument/2006/relationships/tags" Target="../tags/tag247.xml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9" Type="http://schemas.openxmlformats.org/officeDocument/2006/relationships/tags" Target="../tags/tag260.xml"/><Relationship Id="rId8" Type="http://schemas.openxmlformats.org/officeDocument/2006/relationships/tags" Target="../tags/tag259.xml"/><Relationship Id="rId7" Type="http://schemas.openxmlformats.org/officeDocument/2006/relationships/tags" Target="../tags/tag258.xml"/><Relationship Id="rId6" Type="http://schemas.openxmlformats.org/officeDocument/2006/relationships/tags" Target="../tags/tag257.xml"/><Relationship Id="rId5" Type="http://schemas.openxmlformats.org/officeDocument/2006/relationships/tags" Target="../tags/tag256.xml"/><Relationship Id="rId4" Type="http://schemas.openxmlformats.org/officeDocument/2006/relationships/tags" Target="../tags/tag255.xml"/><Relationship Id="rId3" Type="http://schemas.openxmlformats.org/officeDocument/2006/relationships/tags" Target="../tags/tag254.xml"/><Relationship Id="rId2" Type="http://schemas.openxmlformats.org/officeDocument/2006/relationships/tags" Target="../tags/tag253.xml"/><Relationship Id="rId11" Type="http://schemas.openxmlformats.org/officeDocument/2006/relationships/tags" Target="../tags/tag262.xml"/><Relationship Id="rId10" Type="http://schemas.openxmlformats.org/officeDocument/2006/relationships/tags" Target="../tags/tag261.xml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9" Type="http://schemas.openxmlformats.org/officeDocument/2006/relationships/tags" Target="../tags/tag270.xml"/><Relationship Id="rId8" Type="http://schemas.openxmlformats.org/officeDocument/2006/relationships/tags" Target="../tags/tag269.xml"/><Relationship Id="rId7" Type="http://schemas.openxmlformats.org/officeDocument/2006/relationships/tags" Target="../tags/tag268.xml"/><Relationship Id="rId6" Type="http://schemas.openxmlformats.org/officeDocument/2006/relationships/tags" Target="../tags/tag267.xml"/><Relationship Id="rId5" Type="http://schemas.openxmlformats.org/officeDocument/2006/relationships/tags" Target="../tags/tag266.xml"/><Relationship Id="rId4" Type="http://schemas.openxmlformats.org/officeDocument/2006/relationships/tags" Target="../tags/tag265.xml"/><Relationship Id="rId3" Type="http://schemas.openxmlformats.org/officeDocument/2006/relationships/tags" Target="../tags/tag264.xml"/><Relationship Id="rId2" Type="http://schemas.openxmlformats.org/officeDocument/2006/relationships/tags" Target="../tags/tag263.xml"/><Relationship Id="rId14" Type="http://schemas.openxmlformats.org/officeDocument/2006/relationships/tags" Target="../tags/tag275.xml"/><Relationship Id="rId13" Type="http://schemas.openxmlformats.org/officeDocument/2006/relationships/tags" Target="../tags/tag274.xml"/><Relationship Id="rId12" Type="http://schemas.openxmlformats.org/officeDocument/2006/relationships/tags" Target="../tags/tag273.xml"/><Relationship Id="rId11" Type="http://schemas.openxmlformats.org/officeDocument/2006/relationships/tags" Target="../tags/tag272.xml"/><Relationship Id="rId10" Type="http://schemas.openxmlformats.org/officeDocument/2006/relationships/tags" Target="../tags/tag271.xml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9" Type="http://schemas.openxmlformats.org/officeDocument/2006/relationships/tags" Target="../tags/tag283.xml"/><Relationship Id="rId8" Type="http://schemas.openxmlformats.org/officeDocument/2006/relationships/tags" Target="../tags/tag282.xml"/><Relationship Id="rId7" Type="http://schemas.openxmlformats.org/officeDocument/2006/relationships/tags" Target="../tags/tag281.xml"/><Relationship Id="rId6" Type="http://schemas.openxmlformats.org/officeDocument/2006/relationships/tags" Target="../tags/tag280.xml"/><Relationship Id="rId5" Type="http://schemas.openxmlformats.org/officeDocument/2006/relationships/tags" Target="../tags/tag279.xml"/><Relationship Id="rId4" Type="http://schemas.openxmlformats.org/officeDocument/2006/relationships/tags" Target="../tags/tag278.xml"/><Relationship Id="rId3" Type="http://schemas.openxmlformats.org/officeDocument/2006/relationships/tags" Target="../tags/tag277.xml"/><Relationship Id="rId2" Type="http://schemas.openxmlformats.org/officeDocument/2006/relationships/tags" Target="../tags/tag276.xml"/><Relationship Id="rId14" Type="http://schemas.openxmlformats.org/officeDocument/2006/relationships/tags" Target="../tags/tag288.xml"/><Relationship Id="rId13" Type="http://schemas.openxmlformats.org/officeDocument/2006/relationships/tags" Target="../tags/tag287.xml"/><Relationship Id="rId12" Type="http://schemas.openxmlformats.org/officeDocument/2006/relationships/tags" Target="../tags/tag286.xml"/><Relationship Id="rId11" Type="http://schemas.openxmlformats.org/officeDocument/2006/relationships/tags" Target="../tags/tag285.xml"/><Relationship Id="rId10" Type="http://schemas.openxmlformats.org/officeDocument/2006/relationships/tags" Target="../tags/tag284.xml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9" Type="http://schemas.openxmlformats.org/officeDocument/2006/relationships/tags" Target="../tags/tag296.xml"/><Relationship Id="rId8" Type="http://schemas.openxmlformats.org/officeDocument/2006/relationships/tags" Target="../tags/tag295.xml"/><Relationship Id="rId7" Type="http://schemas.openxmlformats.org/officeDocument/2006/relationships/tags" Target="../tags/tag294.xml"/><Relationship Id="rId6" Type="http://schemas.openxmlformats.org/officeDocument/2006/relationships/tags" Target="../tags/tag293.xml"/><Relationship Id="rId5" Type="http://schemas.openxmlformats.org/officeDocument/2006/relationships/tags" Target="../tags/tag292.xml"/><Relationship Id="rId4" Type="http://schemas.openxmlformats.org/officeDocument/2006/relationships/tags" Target="../tags/tag291.xml"/><Relationship Id="rId3" Type="http://schemas.openxmlformats.org/officeDocument/2006/relationships/tags" Target="../tags/tag290.xml"/><Relationship Id="rId21" Type="http://schemas.openxmlformats.org/officeDocument/2006/relationships/tags" Target="../tags/tag308.xml"/><Relationship Id="rId20" Type="http://schemas.openxmlformats.org/officeDocument/2006/relationships/tags" Target="../tags/tag307.xml"/><Relationship Id="rId2" Type="http://schemas.openxmlformats.org/officeDocument/2006/relationships/tags" Target="../tags/tag289.xml"/><Relationship Id="rId19" Type="http://schemas.openxmlformats.org/officeDocument/2006/relationships/tags" Target="../tags/tag306.xml"/><Relationship Id="rId18" Type="http://schemas.openxmlformats.org/officeDocument/2006/relationships/tags" Target="../tags/tag305.xml"/><Relationship Id="rId17" Type="http://schemas.openxmlformats.org/officeDocument/2006/relationships/tags" Target="../tags/tag304.xml"/><Relationship Id="rId16" Type="http://schemas.openxmlformats.org/officeDocument/2006/relationships/tags" Target="../tags/tag303.xml"/><Relationship Id="rId15" Type="http://schemas.openxmlformats.org/officeDocument/2006/relationships/tags" Target="../tags/tag302.xml"/><Relationship Id="rId14" Type="http://schemas.openxmlformats.org/officeDocument/2006/relationships/tags" Target="../tags/tag301.xml"/><Relationship Id="rId13" Type="http://schemas.openxmlformats.org/officeDocument/2006/relationships/tags" Target="../tags/tag300.xml"/><Relationship Id="rId12" Type="http://schemas.openxmlformats.org/officeDocument/2006/relationships/tags" Target="../tags/tag299.xml"/><Relationship Id="rId11" Type="http://schemas.openxmlformats.org/officeDocument/2006/relationships/tags" Target="../tags/tag298.xml"/><Relationship Id="rId10" Type="http://schemas.openxmlformats.org/officeDocument/2006/relationships/tags" Target="../tags/tag297.xml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9" Type="http://schemas.openxmlformats.org/officeDocument/2006/relationships/tags" Target="../tags/tag316.xml"/><Relationship Id="rId8" Type="http://schemas.openxmlformats.org/officeDocument/2006/relationships/tags" Target="../tags/tag315.xml"/><Relationship Id="rId7" Type="http://schemas.openxmlformats.org/officeDocument/2006/relationships/tags" Target="../tags/tag314.xml"/><Relationship Id="rId6" Type="http://schemas.openxmlformats.org/officeDocument/2006/relationships/tags" Target="../tags/tag313.xml"/><Relationship Id="rId5" Type="http://schemas.openxmlformats.org/officeDocument/2006/relationships/tags" Target="../tags/tag312.xml"/><Relationship Id="rId4" Type="http://schemas.openxmlformats.org/officeDocument/2006/relationships/tags" Target="../tags/tag311.xml"/><Relationship Id="rId3" Type="http://schemas.openxmlformats.org/officeDocument/2006/relationships/tags" Target="../tags/tag310.xml"/><Relationship Id="rId2" Type="http://schemas.openxmlformats.org/officeDocument/2006/relationships/tags" Target="../tags/tag309.xml"/><Relationship Id="rId17" Type="http://schemas.openxmlformats.org/officeDocument/2006/relationships/tags" Target="../tags/tag324.xml"/><Relationship Id="rId16" Type="http://schemas.openxmlformats.org/officeDocument/2006/relationships/tags" Target="../tags/tag323.xml"/><Relationship Id="rId15" Type="http://schemas.openxmlformats.org/officeDocument/2006/relationships/tags" Target="../tags/tag322.xml"/><Relationship Id="rId14" Type="http://schemas.openxmlformats.org/officeDocument/2006/relationships/tags" Target="../tags/tag321.xml"/><Relationship Id="rId13" Type="http://schemas.openxmlformats.org/officeDocument/2006/relationships/tags" Target="../tags/tag320.xml"/><Relationship Id="rId12" Type="http://schemas.openxmlformats.org/officeDocument/2006/relationships/tags" Target="../tags/tag319.xml"/><Relationship Id="rId11" Type="http://schemas.openxmlformats.org/officeDocument/2006/relationships/tags" Target="../tags/tag318.xml"/><Relationship Id="rId10" Type="http://schemas.openxmlformats.org/officeDocument/2006/relationships/tags" Target="../tags/tag317.xml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9" Type="http://schemas.openxmlformats.org/officeDocument/2006/relationships/tags" Target="../tags/tag332.xml"/><Relationship Id="rId8" Type="http://schemas.openxmlformats.org/officeDocument/2006/relationships/tags" Target="../tags/tag331.xml"/><Relationship Id="rId7" Type="http://schemas.openxmlformats.org/officeDocument/2006/relationships/tags" Target="../tags/tag330.xml"/><Relationship Id="rId6" Type="http://schemas.openxmlformats.org/officeDocument/2006/relationships/tags" Target="../tags/tag329.xml"/><Relationship Id="rId5" Type="http://schemas.openxmlformats.org/officeDocument/2006/relationships/tags" Target="../tags/tag328.xml"/><Relationship Id="rId4" Type="http://schemas.openxmlformats.org/officeDocument/2006/relationships/tags" Target="../tags/tag327.xml"/><Relationship Id="rId3" Type="http://schemas.openxmlformats.org/officeDocument/2006/relationships/tags" Target="../tags/tag326.xml"/><Relationship Id="rId25" Type="http://schemas.openxmlformats.org/officeDocument/2006/relationships/tags" Target="../tags/tag348.xml"/><Relationship Id="rId24" Type="http://schemas.openxmlformats.org/officeDocument/2006/relationships/tags" Target="../tags/tag347.xml"/><Relationship Id="rId23" Type="http://schemas.openxmlformats.org/officeDocument/2006/relationships/tags" Target="../tags/tag346.xml"/><Relationship Id="rId22" Type="http://schemas.openxmlformats.org/officeDocument/2006/relationships/tags" Target="../tags/tag345.xml"/><Relationship Id="rId21" Type="http://schemas.openxmlformats.org/officeDocument/2006/relationships/tags" Target="../tags/tag344.xml"/><Relationship Id="rId20" Type="http://schemas.openxmlformats.org/officeDocument/2006/relationships/tags" Target="../tags/tag343.xml"/><Relationship Id="rId2" Type="http://schemas.openxmlformats.org/officeDocument/2006/relationships/tags" Target="../tags/tag325.xml"/><Relationship Id="rId19" Type="http://schemas.openxmlformats.org/officeDocument/2006/relationships/tags" Target="../tags/tag342.xml"/><Relationship Id="rId18" Type="http://schemas.openxmlformats.org/officeDocument/2006/relationships/tags" Target="../tags/tag341.xml"/><Relationship Id="rId17" Type="http://schemas.openxmlformats.org/officeDocument/2006/relationships/tags" Target="../tags/tag340.xml"/><Relationship Id="rId16" Type="http://schemas.openxmlformats.org/officeDocument/2006/relationships/tags" Target="../tags/tag339.xml"/><Relationship Id="rId15" Type="http://schemas.openxmlformats.org/officeDocument/2006/relationships/tags" Target="../tags/tag338.xml"/><Relationship Id="rId14" Type="http://schemas.openxmlformats.org/officeDocument/2006/relationships/tags" Target="../tags/tag337.xml"/><Relationship Id="rId13" Type="http://schemas.openxmlformats.org/officeDocument/2006/relationships/tags" Target="../tags/tag336.xml"/><Relationship Id="rId12" Type="http://schemas.openxmlformats.org/officeDocument/2006/relationships/tags" Target="../tags/tag335.xml"/><Relationship Id="rId11" Type="http://schemas.openxmlformats.org/officeDocument/2006/relationships/tags" Target="../tags/tag334.xml"/><Relationship Id="rId10" Type="http://schemas.openxmlformats.org/officeDocument/2006/relationships/tags" Target="../tags/tag333.xml"/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9" Type="http://schemas.openxmlformats.org/officeDocument/2006/relationships/tags" Target="../tags/tag356.xml"/><Relationship Id="rId8" Type="http://schemas.openxmlformats.org/officeDocument/2006/relationships/tags" Target="../tags/tag355.xml"/><Relationship Id="rId7" Type="http://schemas.openxmlformats.org/officeDocument/2006/relationships/tags" Target="../tags/tag354.xml"/><Relationship Id="rId6" Type="http://schemas.openxmlformats.org/officeDocument/2006/relationships/tags" Target="../tags/tag353.xml"/><Relationship Id="rId5" Type="http://schemas.openxmlformats.org/officeDocument/2006/relationships/tags" Target="../tags/tag352.xml"/><Relationship Id="rId4" Type="http://schemas.openxmlformats.org/officeDocument/2006/relationships/tags" Target="../tags/tag351.xml"/><Relationship Id="rId3" Type="http://schemas.openxmlformats.org/officeDocument/2006/relationships/tags" Target="../tags/tag350.xml"/><Relationship Id="rId2" Type="http://schemas.openxmlformats.org/officeDocument/2006/relationships/tags" Target="../tags/tag349.xml"/><Relationship Id="rId12" Type="http://schemas.openxmlformats.org/officeDocument/2006/relationships/tags" Target="../tags/tag359.xml"/><Relationship Id="rId11" Type="http://schemas.openxmlformats.org/officeDocument/2006/relationships/tags" Target="../tags/tag358.xml"/><Relationship Id="rId10" Type="http://schemas.openxmlformats.org/officeDocument/2006/relationships/tags" Target="../tags/tag357.xml"/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9" Type="http://schemas.openxmlformats.org/officeDocument/2006/relationships/tags" Target="../tags/tag367.xml"/><Relationship Id="rId8" Type="http://schemas.openxmlformats.org/officeDocument/2006/relationships/tags" Target="../tags/tag366.xml"/><Relationship Id="rId7" Type="http://schemas.openxmlformats.org/officeDocument/2006/relationships/tags" Target="../tags/tag365.xml"/><Relationship Id="rId6" Type="http://schemas.openxmlformats.org/officeDocument/2006/relationships/tags" Target="../tags/tag364.xml"/><Relationship Id="rId5" Type="http://schemas.openxmlformats.org/officeDocument/2006/relationships/tags" Target="../tags/tag363.xml"/><Relationship Id="rId4" Type="http://schemas.openxmlformats.org/officeDocument/2006/relationships/tags" Target="../tags/tag362.xml"/><Relationship Id="rId3" Type="http://schemas.openxmlformats.org/officeDocument/2006/relationships/tags" Target="../tags/tag361.xml"/><Relationship Id="rId2" Type="http://schemas.openxmlformats.org/officeDocument/2006/relationships/tags" Target="../tags/tag360.xml"/><Relationship Id="rId14" Type="http://schemas.openxmlformats.org/officeDocument/2006/relationships/tags" Target="../tags/tag372.xml"/><Relationship Id="rId13" Type="http://schemas.openxmlformats.org/officeDocument/2006/relationships/tags" Target="../tags/tag371.xml"/><Relationship Id="rId12" Type="http://schemas.openxmlformats.org/officeDocument/2006/relationships/tags" Target="../tags/tag370.xml"/><Relationship Id="rId11" Type="http://schemas.openxmlformats.org/officeDocument/2006/relationships/tags" Target="../tags/tag369.xml"/><Relationship Id="rId10" Type="http://schemas.openxmlformats.org/officeDocument/2006/relationships/tags" Target="../tags/tag368.xml"/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9" Type="http://schemas.openxmlformats.org/officeDocument/2006/relationships/tags" Target="../tags/tag380.xml"/><Relationship Id="rId8" Type="http://schemas.openxmlformats.org/officeDocument/2006/relationships/tags" Target="../tags/tag379.xml"/><Relationship Id="rId7" Type="http://schemas.openxmlformats.org/officeDocument/2006/relationships/tags" Target="../tags/tag378.xml"/><Relationship Id="rId6" Type="http://schemas.openxmlformats.org/officeDocument/2006/relationships/tags" Target="../tags/tag377.xml"/><Relationship Id="rId5" Type="http://schemas.openxmlformats.org/officeDocument/2006/relationships/tags" Target="../tags/tag376.xml"/><Relationship Id="rId4" Type="http://schemas.openxmlformats.org/officeDocument/2006/relationships/tags" Target="../tags/tag375.xml"/><Relationship Id="rId3" Type="http://schemas.openxmlformats.org/officeDocument/2006/relationships/tags" Target="../tags/tag374.xml"/><Relationship Id="rId2" Type="http://schemas.openxmlformats.org/officeDocument/2006/relationships/tags" Target="../tags/tag373.xml"/><Relationship Id="rId12" Type="http://schemas.openxmlformats.org/officeDocument/2006/relationships/tags" Target="../tags/tag383.xml"/><Relationship Id="rId11" Type="http://schemas.openxmlformats.org/officeDocument/2006/relationships/tags" Target="../tags/tag382.xml"/><Relationship Id="rId10" Type="http://schemas.openxmlformats.org/officeDocument/2006/relationships/tags" Target="../tags/tag381.xml"/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9" Type="http://schemas.openxmlformats.org/officeDocument/2006/relationships/tags" Target="../tags/tag391.xml"/><Relationship Id="rId8" Type="http://schemas.openxmlformats.org/officeDocument/2006/relationships/tags" Target="../tags/tag390.xml"/><Relationship Id="rId7" Type="http://schemas.openxmlformats.org/officeDocument/2006/relationships/tags" Target="../tags/tag389.xml"/><Relationship Id="rId6" Type="http://schemas.openxmlformats.org/officeDocument/2006/relationships/tags" Target="../tags/tag388.xml"/><Relationship Id="rId5" Type="http://schemas.openxmlformats.org/officeDocument/2006/relationships/tags" Target="../tags/tag387.xml"/><Relationship Id="rId4" Type="http://schemas.openxmlformats.org/officeDocument/2006/relationships/tags" Target="../tags/tag386.xml"/><Relationship Id="rId3" Type="http://schemas.openxmlformats.org/officeDocument/2006/relationships/tags" Target="../tags/tag385.xml"/><Relationship Id="rId2" Type="http://schemas.openxmlformats.org/officeDocument/2006/relationships/tags" Target="../tags/tag384.xml"/><Relationship Id="rId18" Type="http://schemas.openxmlformats.org/officeDocument/2006/relationships/tags" Target="../tags/tag400.xml"/><Relationship Id="rId17" Type="http://schemas.openxmlformats.org/officeDocument/2006/relationships/tags" Target="../tags/tag399.xml"/><Relationship Id="rId16" Type="http://schemas.openxmlformats.org/officeDocument/2006/relationships/tags" Target="../tags/tag398.xml"/><Relationship Id="rId15" Type="http://schemas.openxmlformats.org/officeDocument/2006/relationships/tags" Target="../tags/tag397.xml"/><Relationship Id="rId14" Type="http://schemas.openxmlformats.org/officeDocument/2006/relationships/tags" Target="../tags/tag396.xml"/><Relationship Id="rId13" Type="http://schemas.openxmlformats.org/officeDocument/2006/relationships/tags" Target="../tags/tag395.xml"/><Relationship Id="rId12" Type="http://schemas.openxmlformats.org/officeDocument/2006/relationships/tags" Target="../tags/tag394.xml"/><Relationship Id="rId11" Type="http://schemas.openxmlformats.org/officeDocument/2006/relationships/tags" Target="../tags/tag393.xml"/><Relationship Id="rId10" Type="http://schemas.openxmlformats.org/officeDocument/2006/relationships/tags" Target="../tags/tag392.xml"/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9" Type="http://schemas.openxmlformats.org/officeDocument/2006/relationships/tags" Target="../tags/tag408.xml"/><Relationship Id="rId8" Type="http://schemas.openxmlformats.org/officeDocument/2006/relationships/tags" Target="../tags/tag407.xml"/><Relationship Id="rId7" Type="http://schemas.openxmlformats.org/officeDocument/2006/relationships/tags" Target="../tags/tag406.xml"/><Relationship Id="rId6" Type="http://schemas.openxmlformats.org/officeDocument/2006/relationships/tags" Target="../tags/tag405.xml"/><Relationship Id="rId5" Type="http://schemas.openxmlformats.org/officeDocument/2006/relationships/tags" Target="../tags/tag404.xml"/><Relationship Id="rId4" Type="http://schemas.openxmlformats.org/officeDocument/2006/relationships/tags" Target="../tags/tag403.xml"/><Relationship Id="rId3" Type="http://schemas.openxmlformats.org/officeDocument/2006/relationships/tags" Target="../tags/tag402.xml"/><Relationship Id="rId2" Type="http://schemas.openxmlformats.org/officeDocument/2006/relationships/tags" Target="../tags/tag401.xml"/><Relationship Id="rId18" Type="http://schemas.openxmlformats.org/officeDocument/2006/relationships/tags" Target="../tags/tag417.xml"/><Relationship Id="rId17" Type="http://schemas.openxmlformats.org/officeDocument/2006/relationships/tags" Target="../tags/tag416.xml"/><Relationship Id="rId16" Type="http://schemas.openxmlformats.org/officeDocument/2006/relationships/tags" Target="../tags/tag415.xml"/><Relationship Id="rId15" Type="http://schemas.openxmlformats.org/officeDocument/2006/relationships/tags" Target="../tags/tag414.xml"/><Relationship Id="rId14" Type="http://schemas.openxmlformats.org/officeDocument/2006/relationships/tags" Target="../tags/tag413.xml"/><Relationship Id="rId13" Type="http://schemas.openxmlformats.org/officeDocument/2006/relationships/tags" Target="../tags/tag412.xml"/><Relationship Id="rId12" Type="http://schemas.openxmlformats.org/officeDocument/2006/relationships/tags" Target="../tags/tag411.xml"/><Relationship Id="rId11" Type="http://schemas.openxmlformats.org/officeDocument/2006/relationships/tags" Target="../tags/tag410.xml"/><Relationship Id="rId10" Type="http://schemas.openxmlformats.org/officeDocument/2006/relationships/tags" Target="../tags/tag409.xml"/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6" Type="http://schemas.openxmlformats.org/officeDocument/2006/relationships/tags" Target="../tags/tag422.xml"/><Relationship Id="rId5" Type="http://schemas.openxmlformats.org/officeDocument/2006/relationships/tags" Target="../tags/tag421.xml"/><Relationship Id="rId4" Type="http://schemas.openxmlformats.org/officeDocument/2006/relationships/tags" Target="../tags/tag420.xml"/><Relationship Id="rId3" Type="http://schemas.openxmlformats.org/officeDocument/2006/relationships/tags" Target="../tags/tag419.xml"/><Relationship Id="rId2" Type="http://schemas.openxmlformats.org/officeDocument/2006/relationships/tags" Target="../tags/tag418.xml"/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9" Type="http://schemas.openxmlformats.org/officeDocument/2006/relationships/tags" Target="../tags/tag429.xml"/><Relationship Id="rId8" Type="http://schemas.openxmlformats.org/officeDocument/2006/relationships/image" Target="../media/image1.jpeg"/><Relationship Id="rId7" Type="http://schemas.openxmlformats.org/officeDocument/2006/relationships/tags" Target="../tags/tag428.xml"/><Relationship Id="rId6" Type="http://schemas.openxmlformats.org/officeDocument/2006/relationships/tags" Target="../tags/tag427.xml"/><Relationship Id="rId5" Type="http://schemas.openxmlformats.org/officeDocument/2006/relationships/tags" Target="../tags/tag426.xml"/><Relationship Id="rId4" Type="http://schemas.openxmlformats.org/officeDocument/2006/relationships/tags" Target="../tags/tag425.xml"/><Relationship Id="rId3" Type="http://schemas.openxmlformats.org/officeDocument/2006/relationships/tags" Target="../tags/tag424.xml"/><Relationship Id="rId2" Type="http://schemas.openxmlformats.org/officeDocument/2006/relationships/tags" Target="../tags/tag423.xml"/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7" Type="http://schemas.openxmlformats.org/officeDocument/2006/relationships/tags" Target="../tags/tag435.xml"/><Relationship Id="rId6" Type="http://schemas.openxmlformats.org/officeDocument/2006/relationships/tags" Target="../tags/tag434.xml"/><Relationship Id="rId5" Type="http://schemas.openxmlformats.org/officeDocument/2006/relationships/tags" Target="../tags/tag433.xml"/><Relationship Id="rId4" Type="http://schemas.openxmlformats.org/officeDocument/2006/relationships/tags" Target="../tags/tag432.xml"/><Relationship Id="rId3" Type="http://schemas.openxmlformats.org/officeDocument/2006/relationships/tags" Target="../tags/tag431.xml"/><Relationship Id="rId2" Type="http://schemas.openxmlformats.org/officeDocument/2006/relationships/tags" Target="../tags/tag430.xml"/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9" Type="http://schemas.openxmlformats.org/officeDocument/2006/relationships/tags" Target="../tags/tag443.xml"/><Relationship Id="rId8" Type="http://schemas.openxmlformats.org/officeDocument/2006/relationships/tags" Target="../tags/tag442.xml"/><Relationship Id="rId7" Type="http://schemas.openxmlformats.org/officeDocument/2006/relationships/tags" Target="../tags/tag441.xml"/><Relationship Id="rId6" Type="http://schemas.openxmlformats.org/officeDocument/2006/relationships/tags" Target="../tags/tag440.xml"/><Relationship Id="rId5" Type="http://schemas.openxmlformats.org/officeDocument/2006/relationships/tags" Target="../tags/tag439.xml"/><Relationship Id="rId4" Type="http://schemas.openxmlformats.org/officeDocument/2006/relationships/tags" Target="../tags/tag438.xml"/><Relationship Id="rId3" Type="http://schemas.openxmlformats.org/officeDocument/2006/relationships/tags" Target="../tags/tag437.xml"/><Relationship Id="rId2" Type="http://schemas.openxmlformats.org/officeDocument/2006/relationships/tags" Target="../tags/tag436.xml"/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5" Type="http://schemas.openxmlformats.org/officeDocument/2006/relationships/tags" Target="../tags/tag447.xml"/><Relationship Id="rId4" Type="http://schemas.openxmlformats.org/officeDocument/2006/relationships/tags" Target="../tags/tag446.xml"/><Relationship Id="rId3" Type="http://schemas.openxmlformats.org/officeDocument/2006/relationships/tags" Target="../tags/tag445.xml"/><Relationship Id="rId2" Type="http://schemas.openxmlformats.org/officeDocument/2006/relationships/tags" Target="../tags/tag444.xml"/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4" Type="http://schemas.openxmlformats.org/officeDocument/2006/relationships/tags" Target="../tags/tag450.xml"/><Relationship Id="rId3" Type="http://schemas.openxmlformats.org/officeDocument/2006/relationships/tags" Target="../tags/tag449.xml"/><Relationship Id="rId2" Type="http://schemas.openxmlformats.org/officeDocument/2006/relationships/tags" Target="../tags/tag448.xml"/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5" Type="http://schemas.openxmlformats.org/officeDocument/2006/relationships/tags" Target="../tags/tag454.xml"/><Relationship Id="rId4" Type="http://schemas.openxmlformats.org/officeDocument/2006/relationships/tags" Target="../tags/tag453.xml"/><Relationship Id="rId3" Type="http://schemas.openxmlformats.org/officeDocument/2006/relationships/tags" Target="../tags/tag452.xml"/><Relationship Id="rId2" Type="http://schemas.openxmlformats.org/officeDocument/2006/relationships/tags" Target="../tags/tag451.xml"/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6" Type="http://schemas.openxmlformats.org/officeDocument/2006/relationships/tags" Target="../tags/tag459.xml"/><Relationship Id="rId5" Type="http://schemas.openxmlformats.org/officeDocument/2006/relationships/tags" Target="../tags/tag458.xml"/><Relationship Id="rId4" Type="http://schemas.openxmlformats.org/officeDocument/2006/relationships/tags" Target="../tags/tag457.xml"/><Relationship Id="rId3" Type="http://schemas.openxmlformats.org/officeDocument/2006/relationships/tags" Target="../tags/tag456.xml"/><Relationship Id="rId2" Type="http://schemas.openxmlformats.org/officeDocument/2006/relationships/tags" Target="../tags/tag455.xml"/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9" Type="http://schemas.openxmlformats.org/officeDocument/2006/relationships/tags" Target="../tags/tag466.xml"/><Relationship Id="rId8" Type="http://schemas.openxmlformats.org/officeDocument/2006/relationships/tags" Target="../tags/tag465.xml"/><Relationship Id="rId7" Type="http://schemas.openxmlformats.org/officeDocument/2006/relationships/tags" Target="../tags/tag464.xml"/><Relationship Id="rId6" Type="http://schemas.openxmlformats.org/officeDocument/2006/relationships/tags" Target="../tags/tag463.xml"/><Relationship Id="rId5" Type="http://schemas.openxmlformats.org/officeDocument/2006/relationships/tags" Target="../tags/tag462.xml"/><Relationship Id="rId4" Type="http://schemas.openxmlformats.org/officeDocument/2006/relationships/tags" Target="../tags/tag461.xml"/><Relationship Id="rId3" Type="http://schemas.openxmlformats.org/officeDocument/2006/relationships/image" Target="../media/image1.jpeg"/><Relationship Id="rId2" Type="http://schemas.openxmlformats.org/officeDocument/2006/relationships/tags" Target="../tags/tag460.xml"/><Relationship Id="rId10" Type="http://schemas.openxmlformats.org/officeDocument/2006/relationships/tags" Target="../tags/tag467.xml"/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7" Type="http://schemas.openxmlformats.org/officeDocument/2006/relationships/tags" Target="../tags/tag472.xml"/><Relationship Id="rId6" Type="http://schemas.openxmlformats.org/officeDocument/2006/relationships/tags" Target="../tags/tag471.xml"/><Relationship Id="rId5" Type="http://schemas.openxmlformats.org/officeDocument/2006/relationships/tags" Target="../tags/tag470.xml"/><Relationship Id="rId4" Type="http://schemas.openxmlformats.org/officeDocument/2006/relationships/tags" Target="../tags/tag469.xml"/><Relationship Id="rId3" Type="http://schemas.openxmlformats.org/officeDocument/2006/relationships/image" Target="../media/image1.jpeg"/><Relationship Id="rId2" Type="http://schemas.openxmlformats.org/officeDocument/2006/relationships/tags" Target="../tags/tag468.xml"/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9" Type="http://schemas.openxmlformats.org/officeDocument/2006/relationships/tags" Target="../tags/tag479.xml"/><Relationship Id="rId8" Type="http://schemas.openxmlformats.org/officeDocument/2006/relationships/tags" Target="../tags/tag478.xml"/><Relationship Id="rId7" Type="http://schemas.openxmlformats.org/officeDocument/2006/relationships/tags" Target="../tags/tag477.xml"/><Relationship Id="rId6" Type="http://schemas.openxmlformats.org/officeDocument/2006/relationships/tags" Target="../tags/tag476.xml"/><Relationship Id="rId5" Type="http://schemas.openxmlformats.org/officeDocument/2006/relationships/tags" Target="../tags/tag475.xml"/><Relationship Id="rId4" Type="http://schemas.openxmlformats.org/officeDocument/2006/relationships/tags" Target="../tags/tag474.xml"/><Relationship Id="rId3" Type="http://schemas.openxmlformats.org/officeDocument/2006/relationships/image" Target="../media/image1.jpeg"/><Relationship Id="rId2" Type="http://schemas.openxmlformats.org/officeDocument/2006/relationships/tags" Target="../tags/tag473.xml"/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9" Type="http://schemas.openxmlformats.org/officeDocument/2006/relationships/tags" Target="../tags/tag487.xml"/><Relationship Id="rId8" Type="http://schemas.openxmlformats.org/officeDocument/2006/relationships/tags" Target="../tags/tag486.xml"/><Relationship Id="rId7" Type="http://schemas.openxmlformats.org/officeDocument/2006/relationships/tags" Target="../tags/tag485.xml"/><Relationship Id="rId6" Type="http://schemas.openxmlformats.org/officeDocument/2006/relationships/tags" Target="../tags/tag484.xml"/><Relationship Id="rId5" Type="http://schemas.openxmlformats.org/officeDocument/2006/relationships/tags" Target="../tags/tag483.xml"/><Relationship Id="rId4" Type="http://schemas.openxmlformats.org/officeDocument/2006/relationships/tags" Target="../tags/tag482.xml"/><Relationship Id="rId3" Type="http://schemas.openxmlformats.org/officeDocument/2006/relationships/tags" Target="../tags/tag481.xml"/><Relationship Id="rId2" Type="http://schemas.openxmlformats.org/officeDocument/2006/relationships/tags" Target="../tags/tag480.xml"/><Relationship Id="rId18" Type="http://schemas.openxmlformats.org/officeDocument/2006/relationships/tags" Target="../tags/tag496.xml"/><Relationship Id="rId17" Type="http://schemas.openxmlformats.org/officeDocument/2006/relationships/tags" Target="../tags/tag495.xml"/><Relationship Id="rId16" Type="http://schemas.openxmlformats.org/officeDocument/2006/relationships/tags" Target="../tags/tag494.xml"/><Relationship Id="rId15" Type="http://schemas.openxmlformats.org/officeDocument/2006/relationships/tags" Target="../tags/tag493.xml"/><Relationship Id="rId14" Type="http://schemas.openxmlformats.org/officeDocument/2006/relationships/tags" Target="../tags/tag492.xml"/><Relationship Id="rId13" Type="http://schemas.openxmlformats.org/officeDocument/2006/relationships/tags" Target="../tags/tag491.xml"/><Relationship Id="rId12" Type="http://schemas.openxmlformats.org/officeDocument/2006/relationships/tags" Target="../tags/tag490.xml"/><Relationship Id="rId11" Type="http://schemas.openxmlformats.org/officeDocument/2006/relationships/tags" Target="../tags/tag489.xml"/><Relationship Id="rId10" Type="http://schemas.openxmlformats.org/officeDocument/2006/relationships/tags" Target="../tags/tag488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3968" y="136131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3968" y="384098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10" name="日期占位符 9"/>
          <p:cNvSpPr>
            <a:spLocks noGrp="1"/>
          </p:cNvSpPr>
          <p:nvPr>
            <p:ph type="dt" sz="half" idx="2"/>
            <p:custDataLst>
              <p:tags r:id="rId2"/>
            </p:custDataLst>
          </p:nvPr>
        </p:nvSpPr>
        <p:spPr>
          <a:xfrm>
            <a:off x="605155" y="6314440"/>
            <a:ext cx="2707005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1" name="页脚占位符 10"/>
          <p:cNvSpPr>
            <a:spLocks noGrp="1"/>
          </p:cNvSpPr>
          <p:nvPr>
            <p:ph type="ftr" sz="quarter" idx="3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4"/>
            <p:custDataLst>
              <p:tags r:id="rId4"/>
            </p:custDataLst>
          </p:nvPr>
        </p:nvSpPr>
        <p:spPr>
          <a:xfrm>
            <a:off x="8877300" y="6314440"/>
            <a:ext cx="2711450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584" y="482457"/>
            <a:ext cx="10972888" cy="711206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556" y="1524000"/>
            <a:ext cx="10972888" cy="47244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" name="日期占位符 9"/>
          <p:cNvSpPr>
            <a:spLocks noGrp="1"/>
          </p:cNvSpPr>
          <p:nvPr>
            <p:ph type="dt" sz="half" idx="2"/>
            <p:custDataLst>
              <p:tags r:id="rId2"/>
            </p:custDataLst>
          </p:nvPr>
        </p:nvSpPr>
        <p:spPr>
          <a:xfrm>
            <a:off x="605155" y="6314440"/>
            <a:ext cx="2707005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1" name="页脚占位符 10"/>
          <p:cNvSpPr>
            <a:spLocks noGrp="1"/>
          </p:cNvSpPr>
          <p:nvPr>
            <p:ph type="ftr" sz="quarter" idx="3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4"/>
            <p:custDataLst>
              <p:tags r:id="rId4"/>
            </p:custDataLst>
          </p:nvPr>
        </p:nvSpPr>
        <p:spPr>
          <a:xfrm>
            <a:off x="8877300" y="6314440"/>
            <a:ext cx="2711450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2"/>
            <p:custDataLst>
              <p:tags r:id="rId2"/>
            </p:custDataLst>
          </p:nvPr>
        </p:nvSpPr>
        <p:spPr>
          <a:xfrm>
            <a:off x="605155" y="6314440"/>
            <a:ext cx="2707005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3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4"/>
            <p:custDataLst>
              <p:tags r:id="rId4"/>
            </p:custDataLst>
          </p:nvPr>
        </p:nvSpPr>
        <p:spPr>
          <a:xfrm>
            <a:off x="8877300" y="6314440"/>
            <a:ext cx="2711450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10" name="日期占位符 9"/>
          <p:cNvSpPr>
            <a:spLocks noGrp="1"/>
          </p:cNvSpPr>
          <p:nvPr>
            <p:ph type="dt" sz="half" idx="2"/>
            <p:custDataLst>
              <p:tags r:id="rId2"/>
            </p:custDataLst>
          </p:nvPr>
        </p:nvSpPr>
        <p:spPr>
          <a:xfrm>
            <a:off x="605155" y="6314440"/>
            <a:ext cx="2707005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1" name="页脚占位符 10"/>
          <p:cNvSpPr>
            <a:spLocks noGrp="1"/>
          </p:cNvSpPr>
          <p:nvPr>
            <p:ph type="ftr" sz="quarter" idx="3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4"/>
            <p:custDataLst>
              <p:tags r:id="rId4"/>
            </p:custDataLst>
          </p:nvPr>
        </p:nvSpPr>
        <p:spPr>
          <a:xfrm>
            <a:off x="8877300" y="6314440"/>
            <a:ext cx="2711450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556" y="482457"/>
            <a:ext cx="10972888" cy="711206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584" y="1523857"/>
            <a:ext cx="5257842" cy="47244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22060" y="1524000"/>
            <a:ext cx="5266690" cy="47244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2" name="页脚占位符 11"/>
          <p:cNvSpPr>
            <a:spLocks noGrp="1"/>
          </p:cNvSpPr>
          <p:nvPr>
            <p:ph type="ftr" sz="quarter" idx="3"/>
            <p:custDataLst>
              <p:tags r:id="rId2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14" name="日期占位符 1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603250" y="6314440"/>
            <a:ext cx="2708910" cy="316865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5" name="灯片编号占位符 14"/>
          <p:cNvSpPr>
            <a:spLocks noGrp="1"/>
          </p:cNvSpPr>
          <p:nvPr>
            <p:ph type="sldNum" sz="quarter" idx="4"/>
            <p:custDataLst>
              <p:tags r:id="rId4"/>
            </p:custDataLst>
          </p:nvPr>
        </p:nvSpPr>
        <p:spPr>
          <a:xfrm>
            <a:off x="8877300" y="6314440"/>
            <a:ext cx="2711450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556" y="482601"/>
            <a:ext cx="10972888" cy="711206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7060" y="1524000"/>
            <a:ext cx="5257842" cy="914407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540000"/>
            <a:ext cx="5257800" cy="370843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324411" y="1523712"/>
            <a:ext cx="5257842" cy="914407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324600" y="2540000"/>
            <a:ext cx="5257800" cy="370843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9" name="日期占位符 18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03250" y="6314440"/>
            <a:ext cx="2708910" cy="316865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20" name="页脚占位符 19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21" name="灯片编号占位符 20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300" y="6314440"/>
            <a:ext cx="2709545" cy="31686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556" y="482473"/>
            <a:ext cx="10972888" cy="711206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2"/>
            <p:custDataLst>
              <p:tags r:id="rId2"/>
            </p:custDataLst>
          </p:nvPr>
        </p:nvSpPr>
        <p:spPr>
          <a:xfrm>
            <a:off x="605155" y="6314440"/>
            <a:ext cx="2707005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3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11" name="灯片编号占位符 10"/>
          <p:cNvSpPr>
            <a:spLocks noGrp="1"/>
          </p:cNvSpPr>
          <p:nvPr>
            <p:ph type="sldNum" sz="quarter" idx="4"/>
            <p:custDataLst>
              <p:tags r:id="rId4"/>
            </p:custDataLst>
          </p:nvPr>
        </p:nvSpPr>
        <p:spPr>
          <a:xfrm>
            <a:off x="8877300" y="6314440"/>
            <a:ext cx="2711450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584" y="609457"/>
            <a:ext cx="355602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4772660" y="609600"/>
            <a:ext cx="6807254" cy="5638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2311400"/>
            <a:ext cx="3556000" cy="3937031"/>
          </a:xfrm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30" name="页脚占位符 29"/>
          <p:cNvSpPr>
            <a:spLocks noGrp="1"/>
          </p:cNvSpPr>
          <p:nvPr>
            <p:ph type="ftr" sz="quarter" idx="3"/>
            <p:custDataLst>
              <p:tags r:id="rId2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31" name="灯片编号占位符 30"/>
          <p:cNvSpPr>
            <a:spLocks noGrp="1"/>
          </p:cNvSpPr>
          <p:nvPr>
            <p:ph type="sldNum" sz="quarter" idx="4"/>
            <p:custDataLst>
              <p:tags r:id="rId3"/>
            </p:custDataLst>
          </p:nvPr>
        </p:nvSpPr>
        <p:spPr>
          <a:xfrm>
            <a:off x="8877300" y="6314440"/>
            <a:ext cx="2711450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32" name="日期占位符 31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03250" y="6314440"/>
            <a:ext cx="2708910" cy="316865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547860" y="609600"/>
            <a:ext cx="2032016" cy="563884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609600"/>
            <a:ext cx="8636069" cy="56388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2"/>
            <p:custDataLst>
              <p:tags r:id="rId2"/>
            </p:custDataLst>
          </p:nvPr>
        </p:nvSpPr>
        <p:spPr>
          <a:xfrm>
            <a:off x="605155" y="6314440"/>
            <a:ext cx="2707005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1" name="页脚占位符 10"/>
          <p:cNvSpPr>
            <a:spLocks noGrp="1"/>
          </p:cNvSpPr>
          <p:nvPr>
            <p:ph type="ftr" sz="quarter" idx="3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4"/>
            <p:custDataLst>
              <p:tags r:id="rId4"/>
            </p:custDataLst>
          </p:nvPr>
        </p:nvSpPr>
        <p:spPr>
          <a:xfrm>
            <a:off x="8877300" y="6314440"/>
            <a:ext cx="2711450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609600" y="609600"/>
            <a:ext cx="10973435" cy="5638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2" name="日期占位符 11"/>
          <p:cNvSpPr>
            <a:spLocks noGrp="1"/>
          </p:cNvSpPr>
          <p:nvPr>
            <p:ph type="dt" sz="half" idx="2"/>
            <p:custDataLst>
              <p:tags r:id="rId2"/>
            </p:custDataLst>
          </p:nvPr>
        </p:nvSpPr>
        <p:spPr>
          <a:xfrm>
            <a:off x="605155" y="6314440"/>
            <a:ext cx="2707005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3" name="页脚占位符 12"/>
          <p:cNvSpPr>
            <a:spLocks noGrp="1"/>
          </p:cNvSpPr>
          <p:nvPr>
            <p:ph type="ftr" sz="quarter" idx="3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14" name="灯片编号占位符 13"/>
          <p:cNvSpPr>
            <a:spLocks noGrp="1"/>
          </p:cNvSpPr>
          <p:nvPr>
            <p:ph type="sldNum" sz="quarter" idx="4"/>
            <p:custDataLst>
              <p:tags r:id="rId4"/>
            </p:custDataLst>
          </p:nvPr>
        </p:nvSpPr>
        <p:spPr>
          <a:xfrm>
            <a:off x="8877300" y="6314440"/>
            <a:ext cx="2711450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10012_15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3"/>
            <p:custDataLst>
              <p:tags r:id="rId3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2"/>
            <p:custDataLst>
              <p:tags r:id="rId4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0" name="内容占位符 9"/>
          <p:cNvSpPr>
            <a:spLocks noGrp="1"/>
          </p:cNvSpPr>
          <p:nvPr>
            <p:ph idx="16392" hasCustomPrompt="1"/>
            <p:custDataLst>
              <p:tags r:id="rId6"/>
            </p:custDataLst>
          </p:nvPr>
        </p:nvSpPr>
        <p:spPr>
          <a:xfrm>
            <a:off x="609600" y="1524000"/>
            <a:ext cx="5486400" cy="4724400"/>
          </a:xfrm>
          <a:custGeom>
            <a:avLst/>
            <a:gdLst>
              <a:gd name="connisteX0" fmla="*/ 0 w 5486400"/>
              <a:gd name="connsiteY0" fmla="*/ 203200 h 4724400"/>
              <a:gd name="connisteX1" fmla="*/ 203200 w 5486400"/>
              <a:gd name="connsiteY1" fmla="*/ 0 h 4724400"/>
              <a:gd name="connisteX2" fmla="*/ 5283200 w 5486400"/>
              <a:gd name="connsiteY2" fmla="*/ 0 h 4724400"/>
              <a:gd name="connisteX3" fmla="*/ 5486400 w 5486400"/>
              <a:gd name="connsiteY3" fmla="*/ 203200 h 4724400"/>
              <a:gd name="connisteX4" fmla="*/ 5486400 w 5486400"/>
              <a:gd name="connsiteY4" fmla="*/ 4521200 h 4724400"/>
              <a:gd name="connisteX5" fmla="*/ 5283200 w 5486400"/>
              <a:gd name="connsiteY5" fmla="*/ 4724400 h 4724400"/>
              <a:gd name="connisteX6" fmla="*/ 203200 w 5486400"/>
              <a:gd name="connsiteY6" fmla="*/ 4724400 h 4724400"/>
              <a:gd name="connisteX7" fmla="*/ 0 w 5486400"/>
              <a:gd name="connsiteY7" fmla="*/ 4521200 h 4724400"/>
              <a:gd name="connisteX8" fmla="*/ 0 w 5486400"/>
              <a:gd name="connsiteY8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4864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283200" y="0"/>
                </a:lnTo>
                <a:cubicBezTo>
                  <a:pt x="5395424" y="0"/>
                  <a:pt x="5486400" y="90976"/>
                  <a:pt x="5486400" y="203200"/>
                </a:cubicBezTo>
                <a:lnTo>
                  <a:pt x="5486400" y="4521200"/>
                </a:lnTo>
                <a:cubicBezTo>
                  <a:pt x="5486400" y="4633424"/>
                  <a:pt x="5395424" y="4724400"/>
                  <a:pt x="5283200" y="4724400"/>
                </a:cubicBez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1" name="文本占位符 10"/>
          <p:cNvSpPr>
            <a:spLocks noGrp="1"/>
          </p:cNvSpPr>
          <p:nvPr>
            <p:ph type="body" idx="16386" hasCustomPrompt="1"/>
            <p:custDataLst>
              <p:tags r:id="rId7"/>
            </p:custDataLst>
          </p:nvPr>
        </p:nvSpPr>
        <p:spPr>
          <a:xfrm>
            <a:off x="6553200" y="1524000"/>
            <a:ext cx="5029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2" name="文本占位符 11"/>
          <p:cNvSpPr>
            <a:spLocks noGrp="1"/>
          </p:cNvSpPr>
          <p:nvPr>
            <p:ph type="body" idx="16387" hasCustomPrompt="1"/>
            <p:custDataLst>
              <p:tags r:id="rId8"/>
            </p:custDataLst>
          </p:nvPr>
        </p:nvSpPr>
        <p:spPr>
          <a:xfrm>
            <a:off x="6553200" y="2082800"/>
            <a:ext cx="50292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3" name="文本占位符 12"/>
          <p:cNvSpPr>
            <a:spLocks noGrp="1"/>
          </p:cNvSpPr>
          <p:nvPr>
            <p:ph type="body" idx="16388" hasCustomPrompt="1"/>
            <p:custDataLst>
              <p:tags r:id="rId9"/>
            </p:custDataLst>
          </p:nvPr>
        </p:nvSpPr>
        <p:spPr>
          <a:xfrm>
            <a:off x="6553200" y="3149600"/>
            <a:ext cx="5029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9" hasCustomPrompt="1"/>
            <p:custDataLst>
              <p:tags r:id="rId10"/>
            </p:custDataLst>
          </p:nvPr>
        </p:nvSpPr>
        <p:spPr>
          <a:xfrm>
            <a:off x="6553200" y="3708400"/>
            <a:ext cx="50292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390" hasCustomPrompt="1"/>
            <p:custDataLst>
              <p:tags r:id="rId11"/>
            </p:custDataLst>
          </p:nvPr>
        </p:nvSpPr>
        <p:spPr>
          <a:xfrm>
            <a:off x="6553200" y="4775200"/>
            <a:ext cx="5029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8" name="文本占位符 17"/>
          <p:cNvSpPr>
            <a:spLocks noGrp="1"/>
          </p:cNvSpPr>
          <p:nvPr>
            <p:ph type="body" idx="16391" hasCustomPrompt="1"/>
            <p:custDataLst>
              <p:tags r:id="rId12"/>
            </p:custDataLst>
          </p:nvPr>
        </p:nvSpPr>
        <p:spPr>
          <a:xfrm>
            <a:off x="6553200" y="5334000"/>
            <a:ext cx="50292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39_16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3"/>
            <p:custDataLst>
              <p:tags r:id="rId3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2"/>
            <p:custDataLst>
              <p:tags r:id="rId4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0" name="装饰  9"/>
          <p:cNvSpPr>
            <a:spLocks noGrp="1"/>
          </p:cNvSpPr>
          <p:nvPr>
            <p:ph type="body" idx="16393" hasCustomPrompt="1"/>
            <p:custDataLst>
              <p:tags r:id="rId6"/>
            </p:custDataLst>
          </p:nvPr>
        </p:nvSpPr>
        <p:spPr>
          <a:xfrm>
            <a:off x="609600" y="1524000"/>
            <a:ext cx="3454400" cy="4724400"/>
          </a:xfrm>
          <a:custGeom>
            <a:avLst/>
            <a:gdLst>
              <a:gd name="connisteX0" fmla="*/ 0 w 3454400"/>
              <a:gd name="connsiteY0" fmla="*/ 203200 h 4724400"/>
              <a:gd name="connisteX1" fmla="*/ 203200 w 3454400"/>
              <a:gd name="connsiteY1" fmla="*/ 0 h 4724400"/>
              <a:gd name="connisteX2" fmla="*/ 3251200 w 3454400"/>
              <a:gd name="connsiteY2" fmla="*/ 0 h 4724400"/>
              <a:gd name="connisteX3" fmla="*/ 3454400 w 3454400"/>
              <a:gd name="connsiteY3" fmla="*/ 203200 h 4724400"/>
              <a:gd name="connisteX4" fmla="*/ 3454400 w 3454400"/>
              <a:gd name="connsiteY4" fmla="*/ 4521200 h 4724400"/>
              <a:gd name="connisteX5" fmla="*/ 3251200 w 3454400"/>
              <a:gd name="connsiteY5" fmla="*/ 4724400 h 4724400"/>
              <a:gd name="connisteX6" fmla="*/ 203200 w 3454400"/>
              <a:gd name="connsiteY6" fmla="*/ 4724400 h 4724400"/>
              <a:gd name="connisteX7" fmla="*/ 0 w 3454400"/>
              <a:gd name="connsiteY7" fmla="*/ 4521200 h 4724400"/>
              <a:gd name="connisteX8" fmla="*/ 0 w 3454400"/>
              <a:gd name="connsiteY8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4521200"/>
                </a:lnTo>
                <a:cubicBezTo>
                  <a:pt x="3454400" y="4633424"/>
                  <a:pt x="3363424" y="4724400"/>
                  <a:pt x="3251200" y="4724400"/>
                </a:cubicBez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1" name="图片占位符 10"/>
          <p:cNvSpPr>
            <a:spLocks noGrp="1"/>
          </p:cNvSpPr>
          <p:nvPr>
            <p:ph type="pic" idx="16392" hasCustomPrompt="1"/>
            <p:custDataLst>
              <p:tags r:id="rId7"/>
            </p:custDataLst>
          </p:nvPr>
        </p:nvSpPr>
        <p:spPr>
          <a:xfrm>
            <a:off x="1574800" y="2057400"/>
            <a:ext cx="1524000" cy="1524000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2" name="文本占位符 11"/>
          <p:cNvSpPr>
            <a:spLocks noGrp="1"/>
          </p:cNvSpPr>
          <p:nvPr>
            <p:ph type="body" idx="16386" hasCustomPrompt="1"/>
            <p:custDataLst>
              <p:tags r:id="rId8"/>
            </p:custDataLst>
          </p:nvPr>
        </p:nvSpPr>
        <p:spPr>
          <a:xfrm>
            <a:off x="1016000" y="3937000"/>
            <a:ext cx="2641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13" name="文本占位符 12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1016000" y="4495800"/>
            <a:ext cx="26416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5" name="装饰  4"/>
          <p:cNvSpPr>
            <a:spLocks noGrp="1"/>
          </p:cNvSpPr>
          <p:nvPr>
            <p:ph type="body" idx="16395" hasCustomPrompt="1"/>
            <p:custDataLst>
              <p:tags r:id="rId10"/>
            </p:custDataLst>
          </p:nvPr>
        </p:nvSpPr>
        <p:spPr>
          <a:xfrm>
            <a:off x="4368800" y="1524000"/>
            <a:ext cx="3454400" cy="4724400"/>
          </a:xfrm>
          <a:custGeom>
            <a:avLst/>
            <a:gdLst>
              <a:gd name="connisteX0" fmla="*/ 0 w 3454400"/>
              <a:gd name="connsiteY0" fmla="*/ 203200 h 4724400"/>
              <a:gd name="connisteX1" fmla="*/ 203200 w 3454400"/>
              <a:gd name="connsiteY1" fmla="*/ 0 h 4724400"/>
              <a:gd name="connisteX2" fmla="*/ 3251200 w 3454400"/>
              <a:gd name="connsiteY2" fmla="*/ 0 h 4724400"/>
              <a:gd name="connisteX3" fmla="*/ 3454400 w 3454400"/>
              <a:gd name="connsiteY3" fmla="*/ 203200 h 4724400"/>
              <a:gd name="connisteX4" fmla="*/ 3454400 w 3454400"/>
              <a:gd name="connsiteY4" fmla="*/ 4521200 h 4724400"/>
              <a:gd name="connisteX5" fmla="*/ 3251200 w 3454400"/>
              <a:gd name="connsiteY5" fmla="*/ 4724400 h 4724400"/>
              <a:gd name="connisteX6" fmla="*/ 203200 w 3454400"/>
              <a:gd name="connsiteY6" fmla="*/ 4724400 h 4724400"/>
              <a:gd name="connisteX7" fmla="*/ 0 w 3454400"/>
              <a:gd name="connsiteY7" fmla="*/ 4521200 h 4724400"/>
              <a:gd name="connisteX8" fmla="*/ 0 w 3454400"/>
              <a:gd name="connsiteY8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4521200"/>
                </a:lnTo>
                <a:cubicBezTo>
                  <a:pt x="3454400" y="4633424"/>
                  <a:pt x="3363424" y="4724400"/>
                  <a:pt x="3251200" y="4724400"/>
                </a:cubicBez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7" name="图片占位符 16"/>
          <p:cNvSpPr>
            <a:spLocks noGrp="1"/>
          </p:cNvSpPr>
          <p:nvPr>
            <p:ph type="pic" idx="16394" hasCustomPrompt="1"/>
            <p:custDataLst>
              <p:tags r:id="rId11"/>
            </p:custDataLst>
          </p:nvPr>
        </p:nvSpPr>
        <p:spPr>
          <a:xfrm>
            <a:off x="5334000" y="2057400"/>
            <a:ext cx="1524000" cy="1524000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8" hasCustomPrompt="1"/>
            <p:custDataLst>
              <p:tags r:id="rId12"/>
            </p:custDataLst>
          </p:nvPr>
        </p:nvSpPr>
        <p:spPr>
          <a:xfrm>
            <a:off x="4775200" y="3937000"/>
            <a:ext cx="2641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19" name="文本占位符 18"/>
          <p:cNvSpPr>
            <a:spLocks noGrp="1"/>
          </p:cNvSpPr>
          <p:nvPr>
            <p:ph type="body" idx="16389" hasCustomPrompt="1"/>
            <p:custDataLst>
              <p:tags r:id="rId13"/>
            </p:custDataLst>
          </p:nvPr>
        </p:nvSpPr>
        <p:spPr>
          <a:xfrm>
            <a:off x="4775200" y="4495800"/>
            <a:ext cx="26416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20" name="装饰  9"/>
          <p:cNvSpPr>
            <a:spLocks noGrp="1"/>
          </p:cNvSpPr>
          <p:nvPr>
            <p:ph type="body" idx="16397" hasCustomPrompt="1"/>
            <p:custDataLst>
              <p:tags r:id="rId14"/>
            </p:custDataLst>
          </p:nvPr>
        </p:nvSpPr>
        <p:spPr>
          <a:xfrm>
            <a:off x="8128000" y="1524000"/>
            <a:ext cx="3454400" cy="4724400"/>
          </a:xfrm>
          <a:custGeom>
            <a:avLst/>
            <a:gdLst>
              <a:gd name="connisteX0" fmla="*/ 0 w 3454400"/>
              <a:gd name="connsiteY0" fmla="*/ 203200 h 4724400"/>
              <a:gd name="connisteX1" fmla="*/ 203200 w 3454400"/>
              <a:gd name="connsiteY1" fmla="*/ 0 h 4724400"/>
              <a:gd name="connisteX2" fmla="*/ 3251200 w 3454400"/>
              <a:gd name="connsiteY2" fmla="*/ 0 h 4724400"/>
              <a:gd name="connisteX3" fmla="*/ 3454400 w 3454400"/>
              <a:gd name="connsiteY3" fmla="*/ 203200 h 4724400"/>
              <a:gd name="connisteX4" fmla="*/ 3454400 w 3454400"/>
              <a:gd name="connsiteY4" fmla="*/ 4521200 h 4724400"/>
              <a:gd name="connisteX5" fmla="*/ 3251200 w 3454400"/>
              <a:gd name="connsiteY5" fmla="*/ 4724400 h 4724400"/>
              <a:gd name="connisteX6" fmla="*/ 203200 w 3454400"/>
              <a:gd name="connsiteY6" fmla="*/ 4724400 h 4724400"/>
              <a:gd name="connisteX7" fmla="*/ 0 w 3454400"/>
              <a:gd name="connsiteY7" fmla="*/ 4521200 h 4724400"/>
              <a:gd name="connisteX8" fmla="*/ 0 w 3454400"/>
              <a:gd name="connsiteY8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4521200"/>
                </a:lnTo>
                <a:cubicBezTo>
                  <a:pt x="3454400" y="4633424"/>
                  <a:pt x="3363424" y="4724400"/>
                  <a:pt x="3251200" y="4724400"/>
                </a:cubicBez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1" name="图片占位符 20"/>
          <p:cNvSpPr>
            <a:spLocks noGrp="1"/>
          </p:cNvSpPr>
          <p:nvPr>
            <p:ph type="pic" idx="16396" hasCustomPrompt="1"/>
            <p:custDataLst>
              <p:tags r:id="rId15"/>
            </p:custDataLst>
          </p:nvPr>
        </p:nvSpPr>
        <p:spPr>
          <a:xfrm>
            <a:off x="9093200" y="2057400"/>
            <a:ext cx="1524000" cy="1524000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22" name="文本占位符 21"/>
          <p:cNvSpPr>
            <a:spLocks noGrp="1"/>
          </p:cNvSpPr>
          <p:nvPr>
            <p:ph type="body" idx="16390" hasCustomPrompt="1"/>
            <p:custDataLst>
              <p:tags r:id="rId16"/>
            </p:custDataLst>
          </p:nvPr>
        </p:nvSpPr>
        <p:spPr>
          <a:xfrm>
            <a:off x="8534400" y="3937000"/>
            <a:ext cx="2641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23" name="文本占位符 22"/>
          <p:cNvSpPr>
            <a:spLocks noGrp="1"/>
          </p:cNvSpPr>
          <p:nvPr>
            <p:ph type="body" idx="16391" hasCustomPrompt="1"/>
            <p:custDataLst>
              <p:tags r:id="rId17"/>
            </p:custDataLst>
          </p:nvPr>
        </p:nvSpPr>
        <p:spPr>
          <a:xfrm>
            <a:off x="8534400" y="4495800"/>
            <a:ext cx="26416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6_29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3"/>
            <p:custDataLst>
              <p:tags r:id="rId3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2"/>
            <p:custDataLst>
              <p:tags r:id="rId4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73914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0" name="内容占位符 9"/>
          <p:cNvSpPr>
            <a:spLocks noGrp="1"/>
          </p:cNvSpPr>
          <p:nvPr>
            <p:ph idx="16392" hasCustomPrompt="1"/>
            <p:custDataLst>
              <p:tags r:id="rId6"/>
            </p:custDataLst>
          </p:nvPr>
        </p:nvSpPr>
        <p:spPr>
          <a:xfrm>
            <a:off x="8610600" y="0"/>
            <a:ext cx="3581400" cy="6858000"/>
          </a:xfrm>
          <a:custGeom>
            <a:avLst/>
            <a:gdLst>
              <a:gd name="connisteX0" fmla="*/ 0 w 3581400"/>
              <a:gd name="connsiteY0" fmla="*/ 0 h 6858000"/>
              <a:gd name="connisteX1" fmla="*/ 3581400 w 3581400"/>
              <a:gd name="connsiteY1" fmla="*/ 0 h 6858000"/>
              <a:gd name="connisteX2" fmla="*/ 3581400 w 3581400"/>
              <a:gd name="connsiteY2" fmla="*/ 6858000 h 6858000"/>
              <a:gd name="connisteX3" fmla="*/ 0 w 3581400"/>
              <a:gd name="connsiteY3" fmla="*/ 6858000 h 6858000"/>
              <a:gd name="connisteX4" fmla="*/ 0 w 3581400"/>
              <a:gd name="connsiteY4" fmla="*/ 0 h 6858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pathLst>
              <a:path w="3581400" h="6858000">
                <a:moveTo>
                  <a:pt x="0" y="0"/>
                </a:moveTo>
                <a:lnTo>
                  <a:pt x="3581400" y="0"/>
                </a:lnTo>
                <a:lnTo>
                  <a:pt x="35814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1" name="装饰  0"/>
          <p:cNvSpPr>
            <a:spLocks noGrp="1"/>
          </p:cNvSpPr>
          <p:nvPr>
            <p:ph type="body" idx="16393" hasCustomPrompt="1"/>
            <p:custDataLst>
              <p:tags r:id="rId7"/>
            </p:custDataLst>
          </p:nvPr>
        </p:nvSpPr>
        <p:spPr>
          <a:xfrm>
            <a:off x="609600" y="2286000"/>
            <a:ext cx="50800" cy="1117600"/>
          </a:xfrm>
          <a:custGeom>
            <a:avLst/>
            <a:gdLst>
              <a:gd name="connisteX0" fmla="*/ 0 w 50800"/>
              <a:gd name="connsiteY0" fmla="*/ 25400 h 1117600"/>
              <a:gd name="connisteX1" fmla="*/ 25400 w 50800"/>
              <a:gd name="connsiteY1" fmla="*/ 0 h 1117600"/>
              <a:gd name="connisteX2" fmla="*/ 25400 w 50800"/>
              <a:gd name="connsiteY2" fmla="*/ 0 h 1117600"/>
              <a:gd name="connisteX3" fmla="*/ 50800 w 50800"/>
              <a:gd name="connsiteY3" fmla="*/ 25400 h 1117600"/>
              <a:gd name="connisteX4" fmla="*/ 50800 w 50800"/>
              <a:gd name="connsiteY4" fmla="*/ 1092200 h 1117600"/>
              <a:gd name="connisteX5" fmla="*/ 25400 w 50800"/>
              <a:gd name="connsiteY5" fmla="*/ 1117600 h 1117600"/>
              <a:gd name="connisteX6" fmla="*/ 25400 w 50800"/>
              <a:gd name="connsiteY6" fmla="*/ 1117600 h 1117600"/>
              <a:gd name="connisteX7" fmla="*/ 0 w 50800"/>
              <a:gd name="connsiteY7" fmla="*/ 1092200 h 1117600"/>
              <a:gd name="connisteX8" fmla="*/ 0 w 50800"/>
              <a:gd name="connsiteY8" fmla="*/ 25400 h 111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1176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092200"/>
                </a:lnTo>
                <a:cubicBezTo>
                  <a:pt x="50800" y="1106228"/>
                  <a:pt x="39428" y="1117600"/>
                  <a:pt x="25400" y="1117600"/>
                </a:cubicBezTo>
                <a:lnTo>
                  <a:pt x="25400" y="1117600"/>
                </a:lnTo>
                <a:cubicBezTo>
                  <a:pt x="11372" y="1117600"/>
                  <a:pt x="0" y="1106228"/>
                  <a:pt x="0" y="10922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2" name="文本占位符 11"/>
          <p:cNvSpPr>
            <a:spLocks noGrp="1"/>
          </p:cNvSpPr>
          <p:nvPr>
            <p:ph type="body" idx="16386" hasCustomPrompt="1"/>
            <p:custDataLst>
              <p:tags r:id="rId8"/>
            </p:custDataLst>
          </p:nvPr>
        </p:nvSpPr>
        <p:spPr>
          <a:xfrm>
            <a:off x="762000" y="2286000"/>
            <a:ext cx="7239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3" name="文本占位符 12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762000" y="2794000"/>
            <a:ext cx="72390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5" name="装饰  4"/>
          <p:cNvSpPr>
            <a:spLocks noGrp="1"/>
          </p:cNvSpPr>
          <p:nvPr>
            <p:ph type="body" idx="16394" hasCustomPrompt="1"/>
            <p:custDataLst>
              <p:tags r:id="rId10"/>
            </p:custDataLst>
          </p:nvPr>
        </p:nvSpPr>
        <p:spPr>
          <a:xfrm>
            <a:off x="609600" y="3708400"/>
            <a:ext cx="50800" cy="1117600"/>
          </a:xfrm>
          <a:custGeom>
            <a:avLst/>
            <a:gdLst>
              <a:gd name="connisteX0" fmla="*/ 0 w 50800"/>
              <a:gd name="connsiteY0" fmla="*/ 25400 h 1117600"/>
              <a:gd name="connisteX1" fmla="*/ 25400 w 50800"/>
              <a:gd name="connsiteY1" fmla="*/ 0 h 1117600"/>
              <a:gd name="connisteX2" fmla="*/ 25400 w 50800"/>
              <a:gd name="connsiteY2" fmla="*/ 0 h 1117600"/>
              <a:gd name="connisteX3" fmla="*/ 50800 w 50800"/>
              <a:gd name="connsiteY3" fmla="*/ 25400 h 1117600"/>
              <a:gd name="connisteX4" fmla="*/ 50800 w 50800"/>
              <a:gd name="connsiteY4" fmla="*/ 1092200 h 1117600"/>
              <a:gd name="connisteX5" fmla="*/ 25400 w 50800"/>
              <a:gd name="connsiteY5" fmla="*/ 1117600 h 1117600"/>
              <a:gd name="connisteX6" fmla="*/ 25400 w 50800"/>
              <a:gd name="connsiteY6" fmla="*/ 1117600 h 1117600"/>
              <a:gd name="connisteX7" fmla="*/ 0 w 50800"/>
              <a:gd name="connsiteY7" fmla="*/ 1092200 h 1117600"/>
              <a:gd name="connisteX8" fmla="*/ 0 w 50800"/>
              <a:gd name="connsiteY8" fmla="*/ 25400 h 111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1176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092200"/>
                </a:lnTo>
                <a:cubicBezTo>
                  <a:pt x="50800" y="1106228"/>
                  <a:pt x="39428" y="1117600"/>
                  <a:pt x="25400" y="1117600"/>
                </a:cubicBezTo>
                <a:lnTo>
                  <a:pt x="25400" y="1117600"/>
                </a:lnTo>
                <a:cubicBezTo>
                  <a:pt x="11372" y="1117600"/>
                  <a:pt x="0" y="1106228"/>
                  <a:pt x="0" y="10922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388" hasCustomPrompt="1"/>
            <p:custDataLst>
              <p:tags r:id="rId11"/>
            </p:custDataLst>
          </p:nvPr>
        </p:nvSpPr>
        <p:spPr>
          <a:xfrm>
            <a:off x="762000" y="3708400"/>
            <a:ext cx="7239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9" hasCustomPrompt="1"/>
            <p:custDataLst>
              <p:tags r:id="rId12"/>
            </p:custDataLst>
          </p:nvPr>
        </p:nvSpPr>
        <p:spPr>
          <a:xfrm>
            <a:off x="762000" y="4216400"/>
            <a:ext cx="72390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9" name="装饰  8"/>
          <p:cNvSpPr>
            <a:spLocks noGrp="1"/>
          </p:cNvSpPr>
          <p:nvPr>
            <p:ph type="body" idx="16395" hasCustomPrompt="1"/>
            <p:custDataLst>
              <p:tags r:id="rId13"/>
            </p:custDataLst>
          </p:nvPr>
        </p:nvSpPr>
        <p:spPr>
          <a:xfrm>
            <a:off x="609600" y="5130800"/>
            <a:ext cx="50800" cy="1117600"/>
          </a:xfrm>
          <a:custGeom>
            <a:avLst/>
            <a:gdLst>
              <a:gd name="connisteX0" fmla="*/ 0 w 50800"/>
              <a:gd name="connsiteY0" fmla="*/ 25400 h 1117600"/>
              <a:gd name="connisteX1" fmla="*/ 25400 w 50800"/>
              <a:gd name="connsiteY1" fmla="*/ 0 h 1117600"/>
              <a:gd name="connisteX2" fmla="*/ 25400 w 50800"/>
              <a:gd name="connsiteY2" fmla="*/ 0 h 1117600"/>
              <a:gd name="connisteX3" fmla="*/ 50800 w 50800"/>
              <a:gd name="connsiteY3" fmla="*/ 25400 h 1117600"/>
              <a:gd name="connisteX4" fmla="*/ 50800 w 50800"/>
              <a:gd name="connsiteY4" fmla="*/ 1092200 h 1117600"/>
              <a:gd name="connisteX5" fmla="*/ 25400 w 50800"/>
              <a:gd name="connsiteY5" fmla="*/ 1117600 h 1117600"/>
              <a:gd name="connisteX6" fmla="*/ 25400 w 50800"/>
              <a:gd name="connsiteY6" fmla="*/ 1117600 h 1117600"/>
              <a:gd name="connisteX7" fmla="*/ 0 w 50800"/>
              <a:gd name="connsiteY7" fmla="*/ 1092200 h 1117600"/>
              <a:gd name="connisteX8" fmla="*/ 0 w 50800"/>
              <a:gd name="connsiteY8" fmla="*/ 25400 h 111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1176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092200"/>
                </a:lnTo>
                <a:cubicBezTo>
                  <a:pt x="50800" y="1106228"/>
                  <a:pt x="39428" y="1117600"/>
                  <a:pt x="25400" y="1117600"/>
                </a:cubicBezTo>
                <a:lnTo>
                  <a:pt x="25400" y="1117600"/>
                </a:lnTo>
                <a:cubicBezTo>
                  <a:pt x="11372" y="1117600"/>
                  <a:pt x="0" y="1106228"/>
                  <a:pt x="0" y="10922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0" name="文本占位符 19"/>
          <p:cNvSpPr>
            <a:spLocks noGrp="1"/>
          </p:cNvSpPr>
          <p:nvPr>
            <p:ph type="body" idx="16390" hasCustomPrompt="1"/>
            <p:custDataLst>
              <p:tags r:id="rId14"/>
            </p:custDataLst>
          </p:nvPr>
        </p:nvSpPr>
        <p:spPr>
          <a:xfrm>
            <a:off x="762000" y="5130800"/>
            <a:ext cx="7239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1" name="文本占位符 20"/>
          <p:cNvSpPr>
            <a:spLocks noGrp="1"/>
          </p:cNvSpPr>
          <p:nvPr>
            <p:ph type="body" idx="16391" hasCustomPrompt="1"/>
            <p:custDataLst>
              <p:tags r:id="rId15"/>
            </p:custDataLst>
          </p:nvPr>
        </p:nvSpPr>
        <p:spPr>
          <a:xfrm>
            <a:off x="762000" y="5638800"/>
            <a:ext cx="72390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48_1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3"/>
            <p:custDataLst>
              <p:tags r:id="rId3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2"/>
            <p:custDataLst>
              <p:tags r:id="rId4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0" name="装饰  9"/>
          <p:cNvSpPr>
            <a:spLocks noGrp="1"/>
          </p:cNvSpPr>
          <p:nvPr>
            <p:ph type="body" idx="16392" hasCustomPrompt="1"/>
            <p:custDataLst>
              <p:tags r:id="rId6"/>
            </p:custDataLst>
          </p:nvPr>
        </p:nvSpPr>
        <p:spPr>
          <a:xfrm>
            <a:off x="609600" y="1524000"/>
            <a:ext cx="3454400" cy="4724400"/>
          </a:xfrm>
          <a:custGeom>
            <a:avLst/>
            <a:gdLst>
              <a:gd name="connisteX0" fmla="*/ 0 w 3454400"/>
              <a:gd name="connsiteY0" fmla="*/ 203200 h 4724400"/>
              <a:gd name="connisteX1" fmla="*/ 203200 w 3454400"/>
              <a:gd name="connsiteY1" fmla="*/ 0 h 4724400"/>
              <a:gd name="connisteX2" fmla="*/ 3251200 w 3454400"/>
              <a:gd name="connsiteY2" fmla="*/ 0 h 4724400"/>
              <a:gd name="connisteX3" fmla="*/ 3454400 w 3454400"/>
              <a:gd name="connsiteY3" fmla="*/ 203200 h 4724400"/>
              <a:gd name="connisteX4" fmla="*/ 3454400 w 3454400"/>
              <a:gd name="connsiteY4" fmla="*/ 4521200 h 4724400"/>
              <a:gd name="connisteX5" fmla="*/ 3251200 w 3454400"/>
              <a:gd name="connsiteY5" fmla="*/ 4724400 h 4724400"/>
              <a:gd name="connisteX6" fmla="*/ 203200 w 3454400"/>
              <a:gd name="connsiteY6" fmla="*/ 4724400 h 4724400"/>
              <a:gd name="connisteX7" fmla="*/ 0 w 3454400"/>
              <a:gd name="connsiteY7" fmla="*/ 4521200 h 4724400"/>
              <a:gd name="connisteX8" fmla="*/ 0 w 3454400"/>
              <a:gd name="connsiteY8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4521200"/>
                </a:lnTo>
                <a:cubicBezTo>
                  <a:pt x="3454400" y="4633424"/>
                  <a:pt x="3363424" y="4724400"/>
                  <a:pt x="3251200" y="4724400"/>
                </a:cubicBez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1" name="图片占位符 10"/>
          <p:cNvSpPr>
            <a:spLocks noGrp="1"/>
          </p:cNvSpPr>
          <p:nvPr>
            <p:ph type="pic" idx="16393" hasCustomPrompt="1"/>
            <p:custDataLst>
              <p:tags r:id="rId7"/>
            </p:custDataLst>
          </p:nvPr>
        </p:nvSpPr>
        <p:spPr>
          <a:xfrm>
            <a:off x="914400" y="1828800"/>
            <a:ext cx="2844800" cy="1930400"/>
          </a:xfr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2" name="文本占位符 11"/>
          <p:cNvSpPr>
            <a:spLocks noGrp="1"/>
          </p:cNvSpPr>
          <p:nvPr>
            <p:ph type="body" idx="16386" hasCustomPrompt="1"/>
            <p:custDataLst>
              <p:tags r:id="rId8"/>
            </p:custDataLst>
          </p:nvPr>
        </p:nvSpPr>
        <p:spPr>
          <a:xfrm>
            <a:off x="914400" y="39624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13" name="文本占位符 12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914400" y="4419600"/>
            <a:ext cx="28448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5" name="装饰  4"/>
          <p:cNvSpPr>
            <a:spLocks noGrp="1"/>
          </p:cNvSpPr>
          <p:nvPr>
            <p:ph type="body" idx="16394" hasCustomPrompt="1"/>
            <p:custDataLst>
              <p:tags r:id="rId10"/>
            </p:custDataLst>
          </p:nvPr>
        </p:nvSpPr>
        <p:spPr>
          <a:xfrm>
            <a:off x="4368800" y="1524000"/>
            <a:ext cx="3454400" cy="4724400"/>
          </a:xfrm>
          <a:custGeom>
            <a:avLst/>
            <a:gdLst>
              <a:gd name="connisteX0" fmla="*/ 0 w 3454400"/>
              <a:gd name="connsiteY0" fmla="*/ 203200 h 4724400"/>
              <a:gd name="connisteX1" fmla="*/ 203200 w 3454400"/>
              <a:gd name="connsiteY1" fmla="*/ 0 h 4724400"/>
              <a:gd name="connisteX2" fmla="*/ 3251200 w 3454400"/>
              <a:gd name="connsiteY2" fmla="*/ 0 h 4724400"/>
              <a:gd name="connisteX3" fmla="*/ 3454400 w 3454400"/>
              <a:gd name="connsiteY3" fmla="*/ 203200 h 4724400"/>
              <a:gd name="connisteX4" fmla="*/ 3454400 w 3454400"/>
              <a:gd name="connsiteY4" fmla="*/ 4521200 h 4724400"/>
              <a:gd name="connisteX5" fmla="*/ 3251200 w 3454400"/>
              <a:gd name="connsiteY5" fmla="*/ 4724400 h 4724400"/>
              <a:gd name="connisteX6" fmla="*/ 203200 w 3454400"/>
              <a:gd name="connsiteY6" fmla="*/ 4724400 h 4724400"/>
              <a:gd name="connisteX7" fmla="*/ 0 w 3454400"/>
              <a:gd name="connsiteY7" fmla="*/ 4521200 h 4724400"/>
              <a:gd name="connisteX8" fmla="*/ 0 w 3454400"/>
              <a:gd name="connsiteY8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4521200"/>
                </a:lnTo>
                <a:cubicBezTo>
                  <a:pt x="3454400" y="4633424"/>
                  <a:pt x="3363424" y="4724400"/>
                  <a:pt x="3251200" y="4724400"/>
                </a:cubicBez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7" name="图片占位符 16"/>
          <p:cNvSpPr>
            <a:spLocks noGrp="1"/>
          </p:cNvSpPr>
          <p:nvPr>
            <p:ph type="pic" idx="16395" hasCustomPrompt="1"/>
            <p:custDataLst>
              <p:tags r:id="rId11"/>
            </p:custDataLst>
          </p:nvPr>
        </p:nvSpPr>
        <p:spPr>
          <a:xfrm>
            <a:off x="4673600" y="1828800"/>
            <a:ext cx="2844800" cy="1930400"/>
          </a:xfr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8" hasCustomPrompt="1"/>
            <p:custDataLst>
              <p:tags r:id="rId12"/>
            </p:custDataLst>
          </p:nvPr>
        </p:nvSpPr>
        <p:spPr>
          <a:xfrm>
            <a:off x="4673600" y="39624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19" name="文本占位符 18"/>
          <p:cNvSpPr>
            <a:spLocks noGrp="1"/>
          </p:cNvSpPr>
          <p:nvPr>
            <p:ph type="body" idx="16389" hasCustomPrompt="1"/>
            <p:custDataLst>
              <p:tags r:id="rId13"/>
            </p:custDataLst>
          </p:nvPr>
        </p:nvSpPr>
        <p:spPr>
          <a:xfrm>
            <a:off x="4673600" y="4419600"/>
            <a:ext cx="28448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20" name="装饰  9"/>
          <p:cNvSpPr>
            <a:spLocks noGrp="1"/>
          </p:cNvSpPr>
          <p:nvPr>
            <p:ph type="body" idx="16396" hasCustomPrompt="1"/>
            <p:custDataLst>
              <p:tags r:id="rId14"/>
            </p:custDataLst>
          </p:nvPr>
        </p:nvSpPr>
        <p:spPr>
          <a:xfrm>
            <a:off x="8128000" y="1524000"/>
            <a:ext cx="3454400" cy="4724400"/>
          </a:xfrm>
          <a:custGeom>
            <a:avLst/>
            <a:gdLst>
              <a:gd name="connisteX0" fmla="*/ 0 w 3454400"/>
              <a:gd name="connsiteY0" fmla="*/ 203200 h 4724400"/>
              <a:gd name="connisteX1" fmla="*/ 203200 w 3454400"/>
              <a:gd name="connsiteY1" fmla="*/ 0 h 4724400"/>
              <a:gd name="connisteX2" fmla="*/ 3251200 w 3454400"/>
              <a:gd name="connsiteY2" fmla="*/ 0 h 4724400"/>
              <a:gd name="connisteX3" fmla="*/ 3454400 w 3454400"/>
              <a:gd name="connsiteY3" fmla="*/ 203200 h 4724400"/>
              <a:gd name="connisteX4" fmla="*/ 3454400 w 3454400"/>
              <a:gd name="connsiteY4" fmla="*/ 4521200 h 4724400"/>
              <a:gd name="connisteX5" fmla="*/ 3251200 w 3454400"/>
              <a:gd name="connsiteY5" fmla="*/ 4724400 h 4724400"/>
              <a:gd name="connisteX6" fmla="*/ 203200 w 3454400"/>
              <a:gd name="connsiteY6" fmla="*/ 4724400 h 4724400"/>
              <a:gd name="connisteX7" fmla="*/ 0 w 3454400"/>
              <a:gd name="connsiteY7" fmla="*/ 4521200 h 4724400"/>
              <a:gd name="connisteX8" fmla="*/ 0 w 3454400"/>
              <a:gd name="connsiteY8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4521200"/>
                </a:lnTo>
                <a:cubicBezTo>
                  <a:pt x="3454400" y="4633424"/>
                  <a:pt x="3363424" y="4724400"/>
                  <a:pt x="3251200" y="4724400"/>
                </a:cubicBez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1" name="图片占位符 20"/>
          <p:cNvSpPr>
            <a:spLocks noGrp="1"/>
          </p:cNvSpPr>
          <p:nvPr>
            <p:ph type="pic" idx="16397" hasCustomPrompt="1"/>
            <p:custDataLst>
              <p:tags r:id="rId15"/>
            </p:custDataLst>
          </p:nvPr>
        </p:nvSpPr>
        <p:spPr>
          <a:xfrm>
            <a:off x="8432800" y="1828800"/>
            <a:ext cx="2844800" cy="1930400"/>
          </a:xfr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22" name="文本占位符 21"/>
          <p:cNvSpPr>
            <a:spLocks noGrp="1"/>
          </p:cNvSpPr>
          <p:nvPr>
            <p:ph type="body" idx="16390" hasCustomPrompt="1"/>
            <p:custDataLst>
              <p:tags r:id="rId16"/>
            </p:custDataLst>
          </p:nvPr>
        </p:nvSpPr>
        <p:spPr>
          <a:xfrm>
            <a:off x="8432800" y="39624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23" name="文本占位符 22"/>
          <p:cNvSpPr>
            <a:spLocks noGrp="1"/>
          </p:cNvSpPr>
          <p:nvPr>
            <p:ph type="body" idx="16391" hasCustomPrompt="1"/>
            <p:custDataLst>
              <p:tags r:id="rId17"/>
            </p:custDataLst>
          </p:nvPr>
        </p:nvSpPr>
        <p:spPr>
          <a:xfrm>
            <a:off x="8432800" y="4419600"/>
            <a:ext cx="28448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32_2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3"/>
            <p:custDataLst>
              <p:tags r:id="rId3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2"/>
            <p:custDataLst>
              <p:tags r:id="rId4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0" name="装饰  9"/>
          <p:cNvSpPr>
            <a:spLocks noGrp="1"/>
          </p:cNvSpPr>
          <p:nvPr>
            <p:ph type="body" idx="16393" hasCustomPrompt="1"/>
            <p:custDataLst>
              <p:tags r:id="rId6"/>
            </p:custDataLst>
          </p:nvPr>
        </p:nvSpPr>
        <p:spPr>
          <a:xfrm>
            <a:off x="609600" y="1524000"/>
            <a:ext cx="3454400" cy="4724400"/>
          </a:xfrm>
          <a:custGeom>
            <a:avLst/>
            <a:gdLst>
              <a:gd name="connisteX0" fmla="*/ 0 w 3454400"/>
              <a:gd name="connsiteY0" fmla="*/ 203200 h 4724400"/>
              <a:gd name="connisteX1" fmla="*/ 203200 w 3454400"/>
              <a:gd name="connsiteY1" fmla="*/ 0 h 4724400"/>
              <a:gd name="connisteX2" fmla="*/ 3251200 w 3454400"/>
              <a:gd name="connsiteY2" fmla="*/ 0 h 4724400"/>
              <a:gd name="connisteX3" fmla="*/ 3454400 w 3454400"/>
              <a:gd name="connsiteY3" fmla="*/ 203200 h 4724400"/>
              <a:gd name="connisteX4" fmla="*/ 3454400 w 3454400"/>
              <a:gd name="connsiteY4" fmla="*/ 4521200 h 4724400"/>
              <a:gd name="connisteX5" fmla="*/ 3251200 w 3454400"/>
              <a:gd name="connsiteY5" fmla="*/ 4724400 h 4724400"/>
              <a:gd name="connisteX6" fmla="*/ 203200 w 3454400"/>
              <a:gd name="connsiteY6" fmla="*/ 4724400 h 4724400"/>
              <a:gd name="connisteX7" fmla="*/ 0 w 3454400"/>
              <a:gd name="connsiteY7" fmla="*/ 4521200 h 4724400"/>
              <a:gd name="connisteX8" fmla="*/ 0 w 3454400"/>
              <a:gd name="connsiteY8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4521200"/>
                </a:lnTo>
                <a:cubicBezTo>
                  <a:pt x="3454400" y="4633424"/>
                  <a:pt x="3363424" y="4724400"/>
                  <a:pt x="3251200" y="4724400"/>
                </a:cubicBez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1" name="装饰  0"/>
          <p:cNvSpPr>
            <a:spLocks noGrp="1"/>
          </p:cNvSpPr>
          <p:nvPr>
            <p:ph type="body" idx="16394" hasCustomPrompt="1"/>
            <p:custDataLst>
              <p:tags r:id="rId7"/>
            </p:custDataLst>
          </p:nvPr>
        </p:nvSpPr>
        <p:spPr>
          <a:xfrm>
            <a:off x="1727200" y="2082800"/>
            <a:ext cx="1219200" cy="1219200"/>
          </a:xfrm>
          <a:custGeom>
            <a:avLst/>
            <a:gdLst>
              <a:gd name="connisteX0" fmla="*/ 0 w 1219200"/>
              <a:gd name="connsiteY0" fmla="*/ 609600 h 1219200"/>
              <a:gd name="connisteX1" fmla="*/ 609600 w 1219200"/>
              <a:gd name="connsiteY1" fmla="*/ 0 h 1219200"/>
              <a:gd name="connisteX2" fmla="*/ 609600 w 1219200"/>
              <a:gd name="connsiteY2" fmla="*/ 0 h 1219200"/>
              <a:gd name="connisteX3" fmla="*/ 1219200 w 1219200"/>
              <a:gd name="connsiteY3" fmla="*/ 609600 h 1219200"/>
              <a:gd name="connisteX4" fmla="*/ 1219200 w 1219200"/>
              <a:gd name="connsiteY4" fmla="*/ 609600 h 1219200"/>
              <a:gd name="connisteX5" fmla="*/ 609600 w 1219200"/>
              <a:gd name="connsiteY5" fmla="*/ 1219200 h 1219200"/>
              <a:gd name="connisteX6" fmla="*/ 609600 w 1219200"/>
              <a:gd name="connsiteY6" fmla="*/ 1219200 h 1219200"/>
              <a:gd name="connisteX7" fmla="*/ 0 w 1219200"/>
              <a:gd name="connsiteY7" fmla="*/ 609600 h 1219200"/>
              <a:gd name="connisteX8" fmla="*/ 0 w 1219200"/>
              <a:gd name="connsiteY8" fmla="*/ 609600 h 1219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219200" h="1219200">
                <a:moveTo>
                  <a:pt x="0" y="609600"/>
                </a:moveTo>
                <a:cubicBezTo>
                  <a:pt x="0" y="272927"/>
                  <a:pt x="272927" y="0"/>
                  <a:pt x="609600" y="0"/>
                </a:cubicBezTo>
                <a:lnTo>
                  <a:pt x="609600" y="0"/>
                </a:lnTo>
                <a:cubicBezTo>
                  <a:pt x="946273" y="0"/>
                  <a:pt x="1219200" y="272927"/>
                  <a:pt x="1219200" y="609600"/>
                </a:cubicBezTo>
                <a:lnTo>
                  <a:pt x="1219200" y="609600"/>
                </a:lnTo>
                <a:cubicBezTo>
                  <a:pt x="1219200" y="946273"/>
                  <a:pt x="946273" y="1219200"/>
                  <a:pt x="609600" y="1219200"/>
                </a:cubicBezTo>
                <a:lnTo>
                  <a:pt x="609600" y="1219200"/>
                </a:lnTo>
                <a:cubicBezTo>
                  <a:pt x="272927" y="1219200"/>
                  <a:pt x="0" y="946273"/>
                  <a:pt x="0" y="609600"/>
                </a:cubicBezTo>
                <a:lnTo>
                  <a:pt x="0" y="6096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2" name="图片占位符 11"/>
          <p:cNvSpPr>
            <a:spLocks noGrp="1"/>
          </p:cNvSpPr>
          <p:nvPr>
            <p:ph type="pic" idx="16392" hasCustomPrompt="1"/>
            <p:custDataLst>
              <p:tags r:id="rId8"/>
            </p:custDataLst>
          </p:nvPr>
        </p:nvSpPr>
        <p:spPr>
          <a:xfrm>
            <a:off x="2011680" y="2367280"/>
            <a:ext cx="650240" cy="650240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3" name="文本占位符 12"/>
          <p:cNvSpPr>
            <a:spLocks noGrp="1"/>
          </p:cNvSpPr>
          <p:nvPr>
            <p:ph type="body" idx="16386" hasCustomPrompt="1"/>
            <p:custDataLst>
              <p:tags r:id="rId9"/>
            </p:custDataLst>
          </p:nvPr>
        </p:nvSpPr>
        <p:spPr>
          <a:xfrm>
            <a:off x="1016000" y="3606800"/>
            <a:ext cx="2641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10"/>
            </p:custDataLst>
          </p:nvPr>
        </p:nvSpPr>
        <p:spPr>
          <a:xfrm>
            <a:off x="1016000" y="4165600"/>
            <a:ext cx="26416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7" name="装饰  6"/>
          <p:cNvSpPr>
            <a:spLocks noGrp="1"/>
          </p:cNvSpPr>
          <p:nvPr>
            <p:ph type="body" idx="16396" hasCustomPrompt="1"/>
            <p:custDataLst>
              <p:tags r:id="rId11"/>
            </p:custDataLst>
          </p:nvPr>
        </p:nvSpPr>
        <p:spPr>
          <a:xfrm>
            <a:off x="4368800" y="1524000"/>
            <a:ext cx="3454400" cy="4724400"/>
          </a:xfrm>
          <a:custGeom>
            <a:avLst/>
            <a:gdLst>
              <a:gd name="connisteX0" fmla="*/ 0 w 3454400"/>
              <a:gd name="connsiteY0" fmla="*/ 203200 h 4724400"/>
              <a:gd name="connisteX1" fmla="*/ 203200 w 3454400"/>
              <a:gd name="connsiteY1" fmla="*/ 0 h 4724400"/>
              <a:gd name="connisteX2" fmla="*/ 3251200 w 3454400"/>
              <a:gd name="connsiteY2" fmla="*/ 0 h 4724400"/>
              <a:gd name="connisteX3" fmla="*/ 3454400 w 3454400"/>
              <a:gd name="connsiteY3" fmla="*/ 203200 h 4724400"/>
              <a:gd name="connisteX4" fmla="*/ 3454400 w 3454400"/>
              <a:gd name="connsiteY4" fmla="*/ 4521200 h 4724400"/>
              <a:gd name="connisteX5" fmla="*/ 3251200 w 3454400"/>
              <a:gd name="connsiteY5" fmla="*/ 4724400 h 4724400"/>
              <a:gd name="connisteX6" fmla="*/ 203200 w 3454400"/>
              <a:gd name="connsiteY6" fmla="*/ 4724400 h 4724400"/>
              <a:gd name="connisteX7" fmla="*/ 0 w 3454400"/>
              <a:gd name="connsiteY7" fmla="*/ 4521200 h 4724400"/>
              <a:gd name="connisteX8" fmla="*/ 0 w 3454400"/>
              <a:gd name="connsiteY8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4521200"/>
                </a:lnTo>
                <a:cubicBezTo>
                  <a:pt x="3454400" y="4633424"/>
                  <a:pt x="3363424" y="4724400"/>
                  <a:pt x="3251200" y="4724400"/>
                </a:cubicBez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8" name="装饰  7"/>
          <p:cNvSpPr>
            <a:spLocks noGrp="1"/>
          </p:cNvSpPr>
          <p:nvPr>
            <p:ph type="body" idx="16397" hasCustomPrompt="1"/>
            <p:custDataLst>
              <p:tags r:id="rId12"/>
            </p:custDataLst>
          </p:nvPr>
        </p:nvSpPr>
        <p:spPr>
          <a:xfrm>
            <a:off x="5486400" y="2082800"/>
            <a:ext cx="1219200" cy="1219200"/>
          </a:xfrm>
          <a:custGeom>
            <a:avLst/>
            <a:gdLst>
              <a:gd name="connisteX0" fmla="*/ 0 w 1219200"/>
              <a:gd name="connsiteY0" fmla="*/ 609600 h 1219200"/>
              <a:gd name="connisteX1" fmla="*/ 609600 w 1219200"/>
              <a:gd name="connsiteY1" fmla="*/ 0 h 1219200"/>
              <a:gd name="connisteX2" fmla="*/ 609600 w 1219200"/>
              <a:gd name="connsiteY2" fmla="*/ 0 h 1219200"/>
              <a:gd name="connisteX3" fmla="*/ 1219200 w 1219200"/>
              <a:gd name="connsiteY3" fmla="*/ 609600 h 1219200"/>
              <a:gd name="connisteX4" fmla="*/ 1219200 w 1219200"/>
              <a:gd name="connsiteY4" fmla="*/ 609600 h 1219200"/>
              <a:gd name="connisteX5" fmla="*/ 609600 w 1219200"/>
              <a:gd name="connsiteY5" fmla="*/ 1219200 h 1219200"/>
              <a:gd name="connisteX6" fmla="*/ 609600 w 1219200"/>
              <a:gd name="connsiteY6" fmla="*/ 1219200 h 1219200"/>
              <a:gd name="connisteX7" fmla="*/ 0 w 1219200"/>
              <a:gd name="connsiteY7" fmla="*/ 609600 h 1219200"/>
              <a:gd name="connisteX8" fmla="*/ 0 w 1219200"/>
              <a:gd name="connsiteY8" fmla="*/ 609600 h 1219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219200" h="1219200">
                <a:moveTo>
                  <a:pt x="0" y="609600"/>
                </a:moveTo>
                <a:cubicBezTo>
                  <a:pt x="0" y="272927"/>
                  <a:pt x="272927" y="0"/>
                  <a:pt x="609600" y="0"/>
                </a:cubicBezTo>
                <a:lnTo>
                  <a:pt x="609600" y="0"/>
                </a:lnTo>
                <a:cubicBezTo>
                  <a:pt x="946273" y="0"/>
                  <a:pt x="1219200" y="272927"/>
                  <a:pt x="1219200" y="609600"/>
                </a:cubicBezTo>
                <a:lnTo>
                  <a:pt x="1219200" y="609600"/>
                </a:lnTo>
                <a:cubicBezTo>
                  <a:pt x="1219200" y="946273"/>
                  <a:pt x="946273" y="1219200"/>
                  <a:pt x="609600" y="1219200"/>
                </a:cubicBezTo>
                <a:lnTo>
                  <a:pt x="609600" y="1219200"/>
                </a:lnTo>
                <a:cubicBezTo>
                  <a:pt x="272927" y="1219200"/>
                  <a:pt x="0" y="946273"/>
                  <a:pt x="0" y="609600"/>
                </a:cubicBezTo>
                <a:lnTo>
                  <a:pt x="0" y="609600"/>
                </a:lnTo>
                <a:close/>
              </a:path>
            </a:pathLst>
          </a:custGeom>
          <a:solidFill>
            <a:srgbClr val="FFFFFF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9" name="图片占位符 18"/>
          <p:cNvSpPr>
            <a:spLocks noGrp="1"/>
          </p:cNvSpPr>
          <p:nvPr>
            <p:ph type="pic" idx="16395" hasCustomPrompt="1"/>
            <p:custDataLst>
              <p:tags r:id="rId13"/>
            </p:custDataLst>
          </p:nvPr>
        </p:nvSpPr>
        <p:spPr>
          <a:xfrm>
            <a:off x="5770880" y="2367280"/>
            <a:ext cx="650240" cy="650240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20" name="文本占位符 19"/>
          <p:cNvSpPr>
            <a:spLocks noGrp="1"/>
          </p:cNvSpPr>
          <p:nvPr>
            <p:ph type="body" idx="16388" hasCustomPrompt="1"/>
            <p:custDataLst>
              <p:tags r:id="rId14"/>
            </p:custDataLst>
          </p:nvPr>
        </p:nvSpPr>
        <p:spPr>
          <a:xfrm>
            <a:off x="4775200" y="3606800"/>
            <a:ext cx="2641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21" name="文本占位符 20"/>
          <p:cNvSpPr>
            <a:spLocks noGrp="1"/>
          </p:cNvSpPr>
          <p:nvPr>
            <p:ph type="body" idx="16389" hasCustomPrompt="1"/>
            <p:custDataLst>
              <p:tags r:id="rId15"/>
            </p:custDataLst>
          </p:nvPr>
        </p:nvSpPr>
        <p:spPr>
          <a:xfrm>
            <a:off x="4775200" y="4165600"/>
            <a:ext cx="26416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22" name="装饰  1"/>
          <p:cNvSpPr>
            <a:spLocks noGrp="1"/>
          </p:cNvSpPr>
          <p:nvPr>
            <p:ph type="body" idx="16399" hasCustomPrompt="1"/>
            <p:custDataLst>
              <p:tags r:id="rId16"/>
            </p:custDataLst>
          </p:nvPr>
        </p:nvSpPr>
        <p:spPr>
          <a:xfrm>
            <a:off x="8128000" y="1524000"/>
            <a:ext cx="3454400" cy="4724400"/>
          </a:xfrm>
          <a:custGeom>
            <a:avLst/>
            <a:gdLst>
              <a:gd name="connisteX0" fmla="*/ 0 w 3454400"/>
              <a:gd name="connsiteY0" fmla="*/ 203200 h 4724400"/>
              <a:gd name="connisteX1" fmla="*/ 203200 w 3454400"/>
              <a:gd name="connsiteY1" fmla="*/ 0 h 4724400"/>
              <a:gd name="connisteX2" fmla="*/ 3251200 w 3454400"/>
              <a:gd name="connsiteY2" fmla="*/ 0 h 4724400"/>
              <a:gd name="connisteX3" fmla="*/ 3454400 w 3454400"/>
              <a:gd name="connsiteY3" fmla="*/ 203200 h 4724400"/>
              <a:gd name="connisteX4" fmla="*/ 3454400 w 3454400"/>
              <a:gd name="connsiteY4" fmla="*/ 4521200 h 4724400"/>
              <a:gd name="connisteX5" fmla="*/ 3251200 w 3454400"/>
              <a:gd name="connsiteY5" fmla="*/ 4724400 h 4724400"/>
              <a:gd name="connisteX6" fmla="*/ 203200 w 3454400"/>
              <a:gd name="connsiteY6" fmla="*/ 4724400 h 4724400"/>
              <a:gd name="connisteX7" fmla="*/ 0 w 3454400"/>
              <a:gd name="connsiteY7" fmla="*/ 4521200 h 4724400"/>
              <a:gd name="connisteX8" fmla="*/ 0 w 3454400"/>
              <a:gd name="connsiteY8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4521200"/>
                </a:lnTo>
                <a:cubicBezTo>
                  <a:pt x="3454400" y="4633424"/>
                  <a:pt x="3363424" y="4724400"/>
                  <a:pt x="3251200" y="4724400"/>
                </a:cubicBez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3" name="装饰  2"/>
          <p:cNvSpPr>
            <a:spLocks noGrp="1"/>
          </p:cNvSpPr>
          <p:nvPr>
            <p:ph type="body" idx="16400" hasCustomPrompt="1"/>
            <p:custDataLst>
              <p:tags r:id="rId17"/>
            </p:custDataLst>
          </p:nvPr>
        </p:nvSpPr>
        <p:spPr>
          <a:xfrm>
            <a:off x="9245600" y="2082800"/>
            <a:ext cx="1219200" cy="1219200"/>
          </a:xfrm>
          <a:custGeom>
            <a:avLst/>
            <a:gdLst>
              <a:gd name="connisteX0" fmla="*/ 0 w 1219200"/>
              <a:gd name="connsiteY0" fmla="*/ 609600 h 1219200"/>
              <a:gd name="connisteX1" fmla="*/ 609600 w 1219200"/>
              <a:gd name="connsiteY1" fmla="*/ 0 h 1219200"/>
              <a:gd name="connisteX2" fmla="*/ 609600 w 1219200"/>
              <a:gd name="connsiteY2" fmla="*/ 0 h 1219200"/>
              <a:gd name="connisteX3" fmla="*/ 1219200 w 1219200"/>
              <a:gd name="connsiteY3" fmla="*/ 609600 h 1219200"/>
              <a:gd name="connisteX4" fmla="*/ 1219200 w 1219200"/>
              <a:gd name="connsiteY4" fmla="*/ 609600 h 1219200"/>
              <a:gd name="connisteX5" fmla="*/ 609600 w 1219200"/>
              <a:gd name="connsiteY5" fmla="*/ 1219200 h 1219200"/>
              <a:gd name="connisteX6" fmla="*/ 609600 w 1219200"/>
              <a:gd name="connsiteY6" fmla="*/ 1219200 h 1219200"/>
              <a:gd name="connisteX7" fmla="*/ 0 w 1219200"/>
              <a:gd name="connsiteY7" fmla="*/ 609600 h 1219200"/>
              <a:gd name="connisteX8" fmla="*/ 0 w 1219200"/>
              <a:gd name="connsiteY8" fmla="*/ 609600 h 1219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219200" h="1219200">
                <a:moveTo>
                  <a:pt x="0" y="609600"/>
                </a:moveTo>
                <a:cubicBezTo>
                  <a:pt x="0" y="272927"/>
                  <a:pt x="272927" y="0"/>
                  <a:pt x="609600" y="0"/>
                </a:cubicBezTo>
                <a:lnTo>
                  <a:pt x="609600" y="0"/>
                </a:lnTo>
                <a:cubicBezTo>
                  <a:pt x="946273" y="0"/>
                  <a:pt x="1219200" y="272927"/>
                  <a:pt x="1219200" y="609600"/>
                </a:cubicBezTo>
                <a:lnTo>
                  <a:pt x="1219200" y="609600"/>
                </a:lnTo>
                <a:cubicBezTo>
                  <a:pt x="1219200" y="946273"/>
                  <a:pt x="946273" y="1219200"/>
                  <a:pt x="609600" y="1219200"/>
                </a:cubicBezTo>
                <a:lnTo>
                  <a:pt x="609600" y="1219200"/>
                </a:lnTo>
                <a:cubicBezTo>
                  <a:pt x="272927" y="1219200"/>
                  <a:pt x="0" y="946273"/>
                  <a:pt x="0" y="609600"/>
                </a:cubicBezTo>
                <a:lnTo>
                  <a:pt x="0" y="6096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4" name="图片占位符 23"/>
          <p:cNvSpPr>
            <a:spLocks noGrp="1"/>
          </p:cNvSpPr>
          <p:nvPr>
            <p:ph type="pic" idx="16398" hasCustomPrompt="1"/>
            <p:custDataLst>
              <p:tags r:id="rId18"/>
            </p:custDataLst>
          </p:nvPr>
        </p:nvSpPr>
        <p:spPr>
          <a:xfrm>
            <a:off x="9530080" y="2367280"/>
            <a:ext cx="650240" cy="650240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25" name="文本占位符 24"/>
          <p:cNvSpPr>
            <a:spLocks noGrp="1"/>
          </p:cNvSpPr>
          <p:nvPr>
            <p:ph type="body" idx="16390" hasCustomPrompt="1"/>
            <p:custDataLst>
              <p:tags r:id="rId19"/>
            </p:custDataLst>
          </p:nvPr>
        </p:nvSpPr>
        <p:spPr>
          <a:xfrm>
            <a:off x="8534400" y="3606800"/>
            <a:ext cx="2641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26" name="文本占位符 25"/>
          <p:cNvSpPr>
            <a:spLocks noGrp="1"/>
          </p:cNvSpPr>
          <p:nvPr>
            <p:ph type="body" idx="16391" hasCustomPrompt="1"/>
            <p:custDataLst>
              <p:tags r:id="rId20"/>
            </p:custDataLst>
          </p:nvPr>
        </p:nvSpPr>
        <p:spPr>
          <a:xfrm>
            <a:off x="8534400" y="4165600"/>
            <a:ext cx="26416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57_18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3"/>
            <p:custDataLst>
              <p:tags r:id="rId3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2"/>
            <p:custDataLst>
              <p:tags r:id="rId4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0" name="装饰  9"/>
          <p:cNvSpPr>
            <a:spLocks noGrp="1"/>
          </p:cNvSpPr>
          <p:nvPr>
            <p:ph type="body" idx="16392" hasCustomPrompt="1"/>
            <p:custDataLst>
              <p:tags r:id="rId6"/>
            </p:custDataLst>
          </p:nvPr>
        </p:nvSpPr>
        <p:spPr>
          <a:xfrm>
            <a:off x="609600" y="3251200"/>
            <a:ext cx="3454400" cy="2997200"/>
          </a:xfrm>
          <a:custGeom>
            <a:avLst/>
            <a:gdLst>
              <a:gd name="connisteX0" fmla="*/ 0 w 3454400"/>
              <a:gd name="connsiteY0" fmla="*/ 0 h 2997200"/>
              <a:gd name="connisteX1" fmla="*/ 3454400 w 3454400"/>
              <a:gd name="connsiteY1" fmla="*/ 0 h 2997200"/>
              <a:gd name="connisteX2" fmla="*/ 3454400 w 3454400"/>
              <a:gd name="connsiteY2" fmla="*/ 2794000 h 2997200"/>
              <a:gd name="connisteX3" fmla="*/ 3251200 w 3454400"/>
              <a:gd name="connsiteY3" fmla="*/ 2997200 h 2997200"/>
              <a:gd name="connisteX4" fmla="*/ 203200 w 3454400"/>
              <a:gd name="connsiteY4" fmla="*/ 2997200 h 2997200"/>
              <a:gd name="connisteX5" fmla="*/ 0 w 3454400"/>
              <a:gd name="connsiteY5" fmla="*/ 2794000 h 2997200"/>
              <a:gd name="connisteX6" fmla="*/ 0 w 3454400"/>
              <a:gd name="connsiteY6" fmla="*/ 0 h 2997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997200">
                <a:moveTo>
                  <a:pt x="0" y="0"/>
                </a:moveTo>
                <a:lnTo>
                  <a:pt x="3454400" y="0"/>
                </a:lnTo>
                <a:lnTo>
                  <a:pt x="3454400" y="2794000"/>
                </a:lnTo>
                <a:cubicBezTo>
                  <a:pt x="3454400" y="2906224"/>
                  <a:pt x="3363424" y="2997200"/>
                  <a:pt x="3251200" y="2997200"/>
                </a:cubicBezTo>
                <a:lnTo>
                  <a:pt x="203200" y="2997200"/>
                </a:lnTo>
                <a:cubicBezTo>
                  <a:pt x="90976" y="2997200"/>
                  <a:pt x="0" y="2906224"/>
                  <a:pt x="0" y="279400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1" name="图片占位符 10"/>
          <p:cNvSpPr>
            <a:spLocks noGrp="1"/>
          </p:cNvSpPr>
          <p:nvPr>
            <p:ph type="pic" idx="16393" hasCustomPrompt="1"/>
            <p:custDataLst>
              <p:tags r:id="rId7"/>
            </p:custDataLst>
          </p:nvPr>
        </p:nvSpPr>
        <p:spPr>
          <a:xfrm>
            <a:off x="609600" y="1524000"/>
            <a:ext cx="3454400" cy="1727200"/>
          </a:xfrm>
          <a:custGeom>
            <a:avLst/>
            <a:gdLst>
              <a:gd name="connisteX0" fmla="*/ 0 w 3454400"/>
              <a:gd name="connsiteY0" fmla="*/ 203200 h 1727200"/>
              <a:gd name="connisteX1" fmla="*/ 203200 w 3454400"/>
              <a:gd name="connsiteY1" fmla="*/ 0 h 1727200"/>
              <a:gd name="connisteX2" fmla="*/ 3251200 w 3454400"/>
              <a:gd name="connsiteY2" fmla="*/ 0 h 1727200"/>
              <a:gd name="connisteX3" fmla="*/ 3454400 w 3454400"/>
              <a:gd name="connsiteY3" fmla="*/ 203200 h 1727200"/>
              <a:gd name="connisteX4" fmla="*/ 3454400 w 3454400"/>
              <a:gd name="connsiteY4" fmla="*/ 1727200 h 1727200"/>
              <a:gd name="connisteX5" fmla="*/ 0 w 3454400"/>
              <a:gd name="connsiteY5" fmla="*/ 1727200 h 1727200"/>
              <a:gd name="connisteX6" fmla="*/ 0 w 3454400"/>
              <a:gd name="connsiteY6" fmla="*/ 203200 h 1727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17272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1727200"/>
                </a:lnTo>
                <a:lnTo>
                  <a:pt x="0" y="1727200"/>
                </a:ln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2" name="文本占位符 11"/>
          <p:cNvSpPr>
            <a:spLocks noGrp="1"/>
          </p:cNvSpPr>
          <p:nvPr>
            <p:ph type="body" idx="16386" hasCustomPrompt="1"/>
            <p:custDataLst>
              <p:tags r:id="rId8"/>
            </p:custDataLst>
          </p:nvPr>
        </p:nvSpPr>
        <p:spPr>
          <a:xfrm>
            <a:off x="914400" y="35560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13" name="文本占位符 12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914400" y="4114800"/>
            <a:ext cx="28448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5" name="装饰  4"/>
          <p:cNvSpPr>
            <a:spLocks noGrp="1"/>
          </p:cNvSpPr>
          <p:nvPr>
            <p:ph type="body" idx="16394" hasCustomPrompt="1"/>
            <p:custDataLst>
              <p:tags r:id="rId10"/>
            </p:custDataLst>
          </p:nvPr>
        </p:nvSpPr>
        <p:spPr>
          <a:xfrm>
            <a:off x="4368800" y="3251200"/>
            <a:ext cx="3454400" cy="2997200"/>
          </a:xfrm>
          <a:custGeom>
            <a:avLst/>
            <a:gdLst>
              <a:gd name="connisteX0" fmla="*/ 0 w 3454400"/>
              <a:gd name="connsiteY0" fmla="*/ 0 h 2997200"/>
              <a:gd name="connisteX1" fmla="*/ 3454400 w 3454400"/>
              <a:gd name="connsiteY1" fmla="*/ 0 h 2997200"/>
              <a:gd name="connisteX2" fmla="*/ 3454400 w 3454400"/>
              <a:gd name="connsiteY2" fmla="*/ 2794000 h 2997200"/>
              <a:gd name="connisteX3" fmla="*/ 3251200 w 3454400"/>
              <a:gd name="connsiteY3" fmla="*/ 2997200 h 2997200"/>
              <a:gd name="connisteX4" fmla="*/ 203200 w 3454400"/>
              <a:gd name="connsiteY4" fmla="*/ 2997200 h 2997200"/>
              <a:gd name="connisteX5" fmla="*/ 0 w 3454400"/>
              <a:gd name="connsiteY5" fmla="*/ 2794000 h 2997200"/>
              <a:gd name="connisteX6" fmla="*/ 0 w 3454400"/>
              <a:gd name="connsiteY6" fmla="*/ 0 h 2997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997200">
                <a:moveTo>
                  <a:pt x="0" y="0"/>
                </a:moveTo>
                <a:lnTo>
                  <a:pt x="3454400" y="0"/>
                </a:lnTo>
                <a:lnTo>
                  <a:pt x="3454400" y="2794000"/>
                </a:lnTo>
                <a:cubicBezTo>
                  <a:pt x="3454400" y="2906224"/>
                  <a:pt x="3363424" y="2997200"/>
                  <a:pt x="3251200" y="2997200"/>
                </a:cubicBezTo>
                <a:lnTo>
                  <a:pt x="203200" y="2997200"/>
                </a:lnTo>
                <a:cubicBezTo>
                  <a:pt x="90976" y="2997200"/>
                  <a:pt x="0" y="2906224"/>
                  <a:pt x="0" y="279400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7" name="图片占位符 16"/>
          <p:cNvSpPr>
            <a:spLocks noGrp="1"/>
          </p:cNvSpPr>
          <p:nvPr>
            <p:ph type="pic" idx="16395" hasCustomPrompt="1"/>
            <p:custDataLst>
              <p:tags r:id="rId11"/>
            </p:custDataLst>
          </p:nvPr>
        </p:nvSpPr>
        <p:spPr>
          <a:xfrm>
            <a:off x="4368800" y="1524000"/>
            <a:ext cx="3454400" cy="1727200"/>
          </a:xfrm>
          <a:custGeom>
            <a:avLst/>
            <a:gdLst>
              <a:gd name="connisteX0" fmla="*/ 0 w 3454400"/>
              <a:gd name="connsiteY0" fmla="*/ 203200 h 1727200"/>
              <a:gd name="connisteX1" fmla="*/ 203200 w 3454400"/>
              <a:gd name="connsiteY1" fmla="*/ 0 h 1727200"/>
              <a:gd name="connisteX2" fmla="*/ 3251200 w 3454400"/>
              <a:gd name="connsiteY2" fmla="*/ 0 h 1727200"/>
              <a:gd name="connisteX3" fmla="*/ 3454400 w 3454400"/>
              <a:gd name="connsiteY3" fmla="*/ 203200 h 1727200"/>
              <a:gd name="connisteX4" fmla="*/ 3454400 w 3454400"/>
              <a:gd name="connsiteY4" fmla="*/ 1727200 h 1727200"/>
              <a:gd name="connisteX5" fmla="*/ 0 w 3454400"/>
              <a:gd name="connsiteY5" fmla="*/ 1727200 h 1727200"/>
              <a:gd name="connisteX6" fmla="*/ 0 w 3454400"/>
              <a:gd name="connsiteY6" fmla="*/ 203200 h 1727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17272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1727200"/>
                </a:lnTo>
                <a:lnTo>
                  <a:pt x="0" y="1727200"/>
                </a:ln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8" hasCustomPrompt="1"/>
            <p:custDataLst>
              <p:tags r:id="rId12"/>
            </p:custDataLst>
          </p:nvPr>
        </p:nvSpPr>
        <p:spPr>
          <a:xfrm>
            <a:off x="4673600" y="35560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19" name="文本占位符 18"/>
          <p:cNvSpPr>
            <a:spLocks noGrp="1"/>
          </p:cNvSpPr>
          <p:nvPr>
            <p:ph type="body" idx="16389" hasCustomPrompt="1"/>
            <p:custDataLst>
              <p:tags r:id="rId13"/>
            </p:custDataLst>
          </p:nvPr>
        </p:nvSpPr>
        <p:spPr>
          <a:xfrm>
            <a:off x="4673600" y="4114800"/>
            <a:ext cx="28448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20" name="装饰  9"/>
          <p:cNvSpPr>
            <a:spLocks noGrp="1"/>
          </p:cNvSpPr>
          <p:nvPr>
            <p:ph type="body" idx="16396" hasCustomPrompt="1"/>
            <p:custDataLst>
              <p:tags r:id="rId14"/>
            </p:custDataLst>
          </p:nvPr>
        </p:nvSpPr>
        <p:spPr>
          <a:xfrm>
            <a:off x="8128000" y="3251200"/>
            <a:ext cx="3454400" cy="2997200"/>
          </a:xfrm>
          <a:custGeom>
            <a:avLst/>
            <a:gdLst>
              <a:gd name="connisteX0" fmla="*/ 0 w 3454400"/>
              <a:gd name="connsiteY0" fmla="*/ 0 h 2997200"/>
              <a:gd name="connisteX1" fmla="*/ 3454400 w 3454400"/>
              <a:gd name="connsiteY1" fmla="*/ 0 h 2997200"/>
              <a:gd name="connisteX2" fmla="*/ 3454400 w 3454400"/>
              <a:gd name="connsiteY2" fmla="*/ 2794000 h 2997200"/>
              <a:gd name="connisteX3" fmla="*/ 3251200 w 3454400"/>
              <a:gd name="connsiteY3" fmla="*/ 2997200 h 2997200"/>
              <a:gd name="connisteX4" fmla="*/ 203200 w 3454400"/>
              <a:gd name="connsiteY4" fmla="*/ 2997200 h 2997200"/>
              <a:gd name="connisteX5" fmla="*/ 0 w 3454400"/>
              <a:gd name="connsiteY5" fmla="*/ 2794000 h 2997200"/>
              <a:gd name="connisteX6" fmla="*/ 0 w 3454400"/>
              <a:gd name="connsiteY6" fmla="*/ 0 h 2997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997200">
                <a:moveTo>
                  <a:pt x="0" y="0"/>
                </a:moveTo>
                <a:lnTo>
                  <a:pt x="3454400" y="0"/>
                </a:lnTo>
                <a:lnTo>
                  <a:pt x="3454400" y="2794000"/>
                </a:lnTo>
                <a:cubicBezTo>
                  <a:pt x="3454400" y="2906224"/>
                  <a:pt x="3363424" y="2997200"/>
                  <a:pt x="3251200" y="2997200"/>
                </a:cubicBezTo>
                <a:lnTo>
                  <a:pt x="203200" y="2997200"/>
                </a:lnTo>
                <a:cubicBezTo>
                  <a:pt x="90976" y="2997200"/>
                  <a:pt x="0" y="2906224"/>
                  <a:pt x="0" y="279400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1" name="图片占位符 20"/>
          <p:cNvSpPr>
            <a:spLocks noGrp="1"/>
          </p:cNvSpPr>
          <p:nvPr>
            <p:ph type="pic" idx="16397" hasCustomPrompt="1"/>
            <p:custDataLst>
              <p:tags r:id="rId15"/>
            </p:custDataLst>
          </p:nvPr>
        </p:nvSpPr>
        <p:spPr>
          <a:xfrm>
            <a:off x="8128000" y="1524000"/>
            <a:ext cx="3454400" cy="1727200"/>
          </a:xfrm>
          <a:custGeom>
            <a:avLst/>
            <a:gdLst>
              <a:gd name="connisteX0" fmla="*/ 0 w 3454400"/>
              <a:gd name="connsiteY0" fmla="*/ 203200 h 1727200"/>
              <a:gd name="connisteX1" fmla="*/ 203200 w 3454400"/>
              <a:gd name="connsiteY1" fmla="*/ 0 h 1727200"/>
              <a:gd name="connisteX2" fmla="*/ 3251200 w 3454400"/>
              <a:gd name="connsiteY2" fmla="*/ 0 h 1727200"/>
              <a:gd name="connisteX3" fmla="*/ 3454400 w 3454400"/>
              <a:gd name="connsiteY3" fmla="*/ 203200 h 1727200"/>
              <a:gd name="connisteX4" fmla="*/ 3454400 w 3454400"/>
              <a:gd name="connsiteY4" fmla="*/ 1727200 h 1727200"/>
              <a:gd name="connisteX5" fmla="*/ 0 w 3454400"/>
              <a:gd name="connsiteY5" fmla="*/ 1727200 h 1727200"/>
              <a:gd name="connisteX6" fmla="*/ 0 w 3454400"/>
              <a:gd name="connsiteY6" fmla="*/ 203200 h 1727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17272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1727200"/>
                </a:lnTo>
                <a:lnTo>
                  <a:pt x="0" y="1727200"/>
                </a:ln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22" name="文本占位符 21"/>
          <p:cNvSpPr>
            <a:spLocks noGrp="1"/>
          </p:cNvSpPr>
          <p:nvPr>
            <p:ph type="body" idx="16390" hasCustomPrompt="1"/>
            <p:custDataLst>
              <p:tags r:id="rId16"/>
            </p:custDataLst>
          </p:nvPr>
        </p:nvSpPr>
        <p:spPr>
          <a:xfrm>
            <a:off x="8432800" y="35560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23" name="文本占位符 22"/>
          <p:cNvSpPr>
            <a:spLocks noGrp="1"/>
          </p:cNvSpPr>
          <p:nvPr>
            <p:ph type="body" idx="16391" hasCustomPrompt="1"/>
            <p:custDataLst>
              <p:tags r:id="rId17"/>
            </p:custDataLst>
          </p:nvPr>
        </p:nvSpPr>
        <p:spPr>
          <a:xfrm>
            <a:off x="8432800" y="4114800"/>
            <a:ext cx="28448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3_16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3"/>
            <p:custDataLst>
              <p:tags r:id="rId3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2"/>
            <p:custDataLst>
              <p:tags r:id="rId4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0" name="装饰  9"/>
          <p:cNvSpPr>
            <a:spLocks noGrp="1"/>
          </p:cNvSpPr>
          <p:nvPr>
            <p:ph type="body" idx="16393" hasCustomPrompt="1"/>
            <p:custDataLst>
              <p:tags r:id="rId6"/>
            </p:custDataLst>
          </p:nvPr>
        </p:nvSpPr>
        <p:spPr>
          <a:xfrm>
            <a:off x="1473200" y="2108200"/>
            <a:ext cx="1524000" cy="1524000"/>
          </a:xfrm>
          <a:custGeom>
            <a:avLst/>
            <a:gdLst>
              <a:gd name="connisteX0" fmla="*/ 0 w 1524000"/>
              <a:gd name="connsiteY0" fmla="*/ 762000 h 1524000"/>
              <a:gd name="connisteX1" fmla="*/ 762000 w 1524000"/>
              <a:gd name="connsiteY1" fmla="*/ 0 h 1524000"/>
              <a:gd name="connisteX2" fmla="*/ 762000 w 1524000"/>
              <a:gd name="connsiteY2" fmla="*/ 0 h 1524000"/>
              <a:gd name="connisteX3" fmla="*/ 1524000 w 1524000"/>
              <a:gd name="connsiteY3" fmla="*/ 762000 h 1524000"/>
              <a:gd name="connisteX4" fmla="*/ 1524000 w 1524000"/>
              <a:gd name="connsiteY4" fmla="*/ 762000 h 1524000"/>
              <a:gd name="connisteX5" fmla="*/ 762000 w 1524000"/>
              <a:gd name="connsiteY5" fmla="*/ 1524000 h 1524000"/>
              <a:gd name="connisteX6" fmla="*/ 762000 w 1524000"/>
              <a:gd name="connsiteY6" fmla="*/ 1524000 h 1524000"/>
              <a:gd name="connisteX7" fmla="*/ 0 w 1524000"/>
              <a:gd name="connsiteY7" fmla="*/ 762000 h 1524000"/>
              <a:gd name="connisteX8" fmla="*/ 0 w 1524000"/>
              <a:gd name="connsiteY8" fmla="*/ 762000 h 1524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524000" h="1524000">
                <a:moveTo>
                  <a:pt x="0" y="762000"/>
                </a:moveTo>
                <a:cubicBezTo>
                  <a:pt x="0" y="341159"/>
                  <a:pt x="341159" y="0"/>
                  <a:pt x="762000" y="0"/>
                </a:cubicBezTo>
                <a:lnTo>
                  <a:pt x="762000" y="0"/>
                </a:lnTo>
                <a:cubicBezTo>
                  <a:pt x="1182841" y="0"/>
                  <a:pt x="1524000" y="341159"/>
                  <a:pt x="1524000" y="762000"/>
                </a:cubicBezTo>
                <a:lnTo>
                  <a:pt x="1524000" y="762000"/>
                </a:lnTo>
                <a:cubicBezTo>
                  <a:pt x="1524000" y="1182841"/>
                  <a:pt x="1182841" y="1524000"/>
                  <a:pt x="762000" y="1524000"/>
                </a:cubicBezTo>
                <a:lnTo>
                  <a:pt x="762000" y="1524000"/>
                </a:lnTo>
                <a:cubicBezTo>
                  <a:pt x="341159" y="1524000"/>
                  <a:pt x="0" y="1182841"/>
                  <a:pt x="0" y="762000"/>
                </a:cubicBezTo>
                <a:lnTo>
                  <a:pt x="0" y="7620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1" name="图片占位符 10"/>
          <p:cNvSpPr>
            <a:spLocks noGrp="1"/>
          </p:cNvSpPr>
          <p:nvPr>
            <p:ph type="pic" idx="16392" hasCustomPrompt="1"/>
            <p:custDataLst>
              <p:tags r:id="rId7"/>
            </p:custDataLst>
          </p:nvPr>
        </p:nvSpPr>
        <p:spPr>
          <a:xfrm>
            <a:off x="1828800" y="2463800"/>
            <a:ext cx="812800" cy="812800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2" name="文本占位符 11"/>
          <p:cNvSpPr>
            <a:spLocks noGrp="1"/>
          </p:cNvSpPr>
          <p:nvPr>
            <p:ph type="body" idx="16386" hasCustomPrompt="1"/>
            <p:custDataLst>
              <p:tags r:id="rId8"/>
            </p:custDataLst>
          </p:nvPr>
        </p:nvSpPr>
        <p:spPr>
          <a:xfrm>
            <a:off x="609600" y="3886200"/>
            <a:ext cx="3251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3" name="文本占位符 12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609600" y="4445000"/>
            <a:ext cx="32512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5" name="装饰  4"/>
          <p:cNvSpPr>
            <a:spLocks noGrp="1"/>
          </p:cNvSpPr>
          <p:nvPr>
            <p:ph type="body" idx="16395" hasCustomPrompt="1"/>
            <p:custDataLst>
              <p:tags r:id="rId10"/>
            </p:custDataLst>
          </p:nvPr>
        </p:nvSpPr>
        <p:spPr>
          <a:xfrm>
            <a:off x="5334000" y="2108200"/>
            <a:ext cx="1524000" cy="1524000"/>
          </a:xfrm>
          <a:custGeom>
            <a:avLst/>
            <a:gdLst>
              <a:gd name="connisteX0" fmla="*/ 0 w 1524000"/>
              <a:gd name="connsiteY0" fmla="*/ 762000 h 1524000"/>
              <a:gd name="connisteX1" fmla="*/ 762000 w 1524000"/>
              <a:gd name="connsiteY1" fmla="*/ 0 h 1524000"/>
              <a:gd name="connisteX2" fmla="*/ 762000 w 1524000"/>
              <a:gd name="connsiteY2" fmla="*/ 0 h 1524000"/>
              <a:gd name="connisteX3" fmla="*/ 1524000 w 1524000"/>
              <a:gd name="connsiteY3" fmla="*/ 762000 h 1524000"/>
              <a:gd name="connisteX4" fmla="*/ 1524000 w 1524000"/>
              <a:gd name="connsiteY4" fmla="*/ 762000 h 1524000"/>
              <a:gd name="connisteX5" fmla="*/ 762000 w 1524000"/>
              <a:gd name="connsiteY5" fmla="*/ 1524000 h 1524000"/>
              <a:gd name="connisteX6" fmla="*/ 762000 w 1524000"/>
              <a:gd name="connsiteY6" fmla="*/ 1524000 h 1524000"/>
              <a:gd name="connisteX7" fmla="*/ 0 w 1524000"/>
              <a:gd name="connsiteY7" fmla="*/ 762000 h 1524000"/>
              <a:gd name="connisteX8" fmla="*/ 0 w 1524000"/>
              <a:gd name="connsiteY8" fmla="*/ 762000 h 1524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524000" h="1524000">
                <a:moveTo>
                  <a:pt x="0" y="762000"/>
                </a:moveTo>
                <a:cubicBezTo>
                  <a:pt x="0" y="341159"/>
                  <a:pt x="341159" y="0"/>
                  <a:pt x="762000" y="0"/>
                </a:cubicBezTo>
                <a:lnTo>
                  <a:pt x="762000" y="0"/>
                </a:lnTo>
                <a:cubicBezTo>
                  <a:pt x="1182841" y="0"/>
                  <a:pt x="1524000" y="341159"/>
                  <a:pt x="1524000" y="762000"/>
                </a:cubicBezTo>
                <a:lnTo>
                  <a:pt x="1524000" y="762000"/>
                </a:lnTo>
                <a:cubicBezTo>
                  <a:pt x="1524000" y="1182841"/>
                  <a:pt x="1182841" y="1524000"/>
                  <a:pt x="762000" y="1524000"/>
                </a:cubicBezTo>
                <a:lnTo>
                  <a:pt x="762000" y="1524000"/>
                </a:lnTo>
                <a:cubicBezTo>
                  <a:pt x="341159" y="1524000"/>
                  <a:pt x="0" y="1182841"/>
                  <a:pt x="0" y="762000"/>
                </a:cubicBezTo>
                <a:lnTo>
                  <a:pt x="0" y="7620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7" name="图片占位符 16"/>
          <p:cNvSpPr>
            <a:spLocks noGrp="1"/>
          </p:cNvSpPr>
          <p:nvPr>
            <p:ph type="pic" idx="16394" hasCustomPrompt="1"/>
            <p:custDataLst>
              <p:tags r:id="rId11"/>
            </p:custDataLst>
          </p:nvPr>
        </p:nvSpPr>
        <p:spPr>
          <a:xfrm>
            <a:off x="5689600" y="2463800"/>
            <a:ext cx="812800" cy="812800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8" hasCustomPrompt="1"/>
            <p:custDataLst>
              <p:tags r:id="rId12"/>
            </p:custDataLst>
          </p:nvPr>
        </p:nvSpPr>
        <p:spPr>
          <a:xfrm>
            <a:off x="4470400" y="3886200"/>
            <a:ext cx="3251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9" name="文本占位符 18"/>
          <p:cNvSpPr>
            <a:spLocks noGrp="1"/>
          </p:cNvSpPr>
          <p:nvPr>
            <p:ph type="body" idx="16389" hasCustomPrompt="1"/>
            <p:custDataLst>
              <p:tags r:id="rId13"/>
            </p:custDataLst>
          </p:nvPr>
        </p:nvSpPr>
        <p:spPr>
          <a:xfrm>
            <a:off x="4470400" y="4445000"/>
            <a:ext cx="32512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20" name="装饰  9"/>
          <p:cNvSpPr>
            <a:spLocks noGrp="1"/>
          </p:cNvSpPr>
          <p:nvPr>
            <p:ph type="body" idx="16397" hasCustomPrompt="1"/>
            <p:custDataLst>
              <p:tags r:id="rId14"/>
            </p:custDataLst>
          </p:nvPr>
        </p:nvSpPr>
        <p:spPr>
          <a:xfrm>
            <a:off x="9194800" y="2108200"/>
            <a:ext cx="1524000" cy="1524000"/>
          </a:xfrm>
          <a:custGeom>
            <a:avLst/>
            <a:gdLst>
              <a:gd name="connisteX0" fmla="*/ 0 w 1524000"/>
              <a:gd name="connsiteY0" fmla="*/ 762000 h 1524000"/>
              <a:gd name="connisteX1" fmla="*/ 762000 w 1524000"/>
              <a:gd name="connsiteY1" fmla="*/ 0 h 1524000"/>
              <a:gd name="connisteX2" fmla="*/ 762000 w 1524000"/>
              <a:gd name="connsiteY2" fmla="*/ 0 h 1524000"/>
              <a:gd name="connisteX3" fmla="*/ 1524000 w 1524000"/>
              <a:gd name="connsiteY3" fmla="*/ 762000 h 1524000"/>
              <a:gd name="connisteX4" fmla="*/ 1524000 w 1524000"/>
              <a:gd name="connsiteY4" fmla="*/ 762000 h 1524000"/>
              <a:gd name="connisteX5" fmla="*/ 762000 w 1524000"/>
              <a:gd name="connsiteY5" fmla="*/ 1524000 h 1524000"/>
              <a:gd name="connisteX6" fmla="*/ 762000 w 1524000"/>
              <a:gd name="connsiteY6" fmla="*/ 1524000 h 1524000"/>
              <a:gd name="connisteX7" fmla="*/ 0 w 1524000"/>
              <a:gd name="connsiteY7" fmla="*/ 762000 h 1524000"/>
              <a:gd name="connisteX8" fmla="*/ 0 w 1524000"/>
              <a:gd name="connsiteY8" fmla="*/ 762000 h 1524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524000" h="1524000">
                <a:moveTo>
                  <a:pt x="0" y="762000"/>
                </a:moveTo>
                <a:cubicBezTo>
                  <a:pt x="0" y="341159"/>
                  <a:pt x="341159" y="0"/>
                  <a:pt x="762000" y="0"/>
                </a:cubicBezTo>
                <a:lnTo>
                  <a:pt x="762000" y="0"/>
                </a:lnTo>
                <a:cubicBezTo>
                  <a:pt x="1182841" y="0"/>
                  <a:pt x="1524000" y="341159"/>
                  <a:pt x="1524000" y="762000"/>
                </a:cubicBezTo>
                <a:lnTo>
                  <a:pt x="1524000" y="762000"/>
                </a:lnTo>
                <a:cubicBezTo>
                  <a:pt x="1524000" y="1182841"/>
                  <a:pt x="1182841" y="1524000"/>
                  <a:pt x="762000" y="1524000"/>
                </a:cubicBezTo>
                <a:lnTo>
                  <a:pt x="762000" y="1524000"/>
                </a:lnTo>
                <a:cubicBezTo>
                  <a:pt x="341159" y="1524000"/>
                  <a:pt x="0" y="1182841"/>
                  <a:pt x="0" y="762000"/>
                </a:cubicBezTo>
                <a:lnTo>
                  <a:pt x="0" y="7620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1" name="图片占位符 20"/>
          <p:cNvSpPr>
            <a:spLocks noGrp="1"/>
          </p:cNvSpPr>
          <p:nvPr>
            <p:ph type="pic" idx="16396" hasCustomPrompt="1"/>
            <p:custDataLst>
              <p:tags r:id="rId15"/>
            </p:custDataLst>
          </p:nvPr>
        </p:nvSpPr>
        <p:spPr>
          <a:xfrm>
            <a:off x="9550400" y="2463800"/>
            <a:ext cx="812800" cy="812800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22" name="文本占位符 21"/>
          <p:cNvSpPr>
            <a:spLocks noGrp="1"/>
          </p:cNvSpPr>
          <p:nvPr>
            <p:ph type="body" idx="16390" hasCustomPrompt="1"/>
            <p:custDataLst>
              <p:tags r:id="rId16"/>
            </p:custDataLst>
          </p:nvPr>
        </p:nvSpPr>
        <p:spPr>
          <a:xfrm>
            <a:off x="8331200" y="3886200"/>
            <a:ext cx="3251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3" name="文本占位符 22"/>
          <p:cNvSpPr>
            <a:spLocks noGrp="1"/>
          </p:cNvSpPr>
          <p:nvPr>
            <p:ph type="body" idx="16391" hasCustomPrompt="1"/>
            <p:custDataLst>
              <p:tags r:id="rId17"/>
            </p:custDataLst>
          </p:nvPr>
        </p:nvSpPr>
        <p:spPr>
          <a:xfrm>
            <a:off x="8331200" y="4445000"/>
            <a:ext cx="32512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10008_18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3"/>
            <p:custDataLst>
              <p:tags r:id="rId3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2"/>
            <p:custDataLst>
              <p:tags r:id="rId4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0" name="图片占位符 9"/>
          <p:cNvSpPr>
            <a:spLocks noGrp="1"/>
          </p:cNvSpPr>
          <p:nvPr>
            <p:ph type="pic" idx="16392" hasCustomPrompt="1"/>
            <p:custDataLst>
              <p:tags r:id="rId6"/>
            </p:custDataLst>
          </p:nvPr>
        </p:nvSpPr>
        <p:spPr>
          <a:xfrm>
            <a:off x="1473200" y="1803400"/>
            <a:ext cx="1524000" cy="1524000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1" name="文本占位符 10"/>
          <p:cNvSpPr>
            <a:spLocks noGrp="1"/>
          </p:cNvSpPr>
          <p:nvPr>
            <p:ph type="body" idx="16386" hasCustomPrompt="1"/>
            <p:custDataLst>
              <p:tags r:id="rId7"/>
            </p:custDataLst>
          </p:nvPr>
        </p:nvSpPr>
        <p:spPr>
          <a:xfrm>
            <a:off x="609600" y="3581400"/>
            <a:ext cx="3251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2" name="文本占位符 11"/>
          <p:cNvSpPr>
            <a:spLocks noGrp="1"/>
          </p:cNvSpPr>
          <p:nvPr>
            <p:ph type="body" idx="16387" hasCustomPrompt="1"/>
            <p:custDataLst>
              <p:tags r:id="rId8"/>
            </p:custDataLst>
          </p:nvPr>
        </p:nvSpPr>
        <p:spPr>
          <a:xfrm>
            <a:off x="609600" y="4140200"/>
            <a:ext cx="32512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3" name="图片占位符 12"/>
          <p:cNvSpPr>
            <a:spLocks noGrp="1"/>
          </p:cNvSpPr>
          <p:nvPr>
            <p:ph type="pic" idx="16393" hasCustomPrompt="1"/>
            <p:custDataLst>
              <p:tags r:id="rId9"/>
            </p:custDataLst>
          </p:nvPr>
        </p:nvSpPr>
        <p:spPr>
          <a:xfrm>
            <a:off x="5334000" y="1803400"/>
            <a:ext cx="1524000" cy="1524000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8" hasCustomPrompt="1"/>
            <p:custDataLst>
              <p:tags r:id="rId10"/>
            </p:custDataLst>
          </p:nvPr>
        </p:nvSpPr>
        <p:spPr>
          <a:xfrm>
            <a:off x="4470400" y="3581400"/>
            <a:ext cx="3251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389" hasCustomPrompt="1"/>
            <p:custDataLst>
              <p:tags r:id="rId11"/>
            </p:custDataLst>
          </p:nvPr>
        </p:nvSpPr>
        <p:spPr>
          <a:xfrm>
            <a:off x="4470400" y="4140200"/>
            <a:ext cx="32512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8" name="图片占位符 17"/>
          <p:cNvSpPr>
            <a:spLocks noGrp="1"/>
          </p:cNvSpPr>
          <p:nvPr>
            <p:ph type="pic" idx="16394" hasCustomPrompt="1"/>
            <p:custDataLst>
              <p:tags r:id="rId12"/>
            </p:custDataLst>
          </p:nvPr>
        </p:nvSpPr>
        <p:spPr>
          <a:xfrm>
            <a:off x="9194800" y="1803400"/>
            <a:ext cx="1524000" cy="1524000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9" name="文本占位符 18"/>
          <p:cNvSpPr>
            <a:spLocks noGrp="1"/>
          </p:cNvSpPr>
          <p:nvPr>
            <p:ph type="body" idx="16390" hasCustomPrompt="1"/>
            <p:custDataLst>
              <p:tags r:id="rId13"/>
            </p:custDataLst>
          </p:nvPr>
        </p:nvSpPr>
        <p:spPr>
          <a:xfrm>
            <a:off x="8331200" y="3581400"/>
            <a:ext cx="3251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0" name="文本占位符 19"/>
          <p:cNvSpPr>
            <a:spLocks noGrp="1"/>
          </p:cNvSpPr>
          <p:nvPr>
            <p:ph type="body" idx="16391" hasCustomPrompt="1"/>
            <p:custDataLst>
              <p:tags r:id="rId14"/>
            </p:custDataLst>
          </p:nvPr>
        </p:nvSpPr>
        <p:spPr>
          <a:xfrm>
            <a:off x="8331200" y="4140200"/>
            <a:ext cx="32512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51_17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3"/>
            <p:custDataLst>
              <p:tags r:id="rId3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2"/>
            <p:custDataLst>
              <p:tags r:id="rId4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31750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0" name="内容占位符 9"/>
          <p:cNvSpPr>
            <a:spLocks noGrp="1"/>
          </p:cNvSpPr>
          <p:nvPr>
            <p:ph idx="16392" hasCustomPrompt="1"/>
            <p:custDataLst>
              <p:tags r:id="rId6"/>
            </p:custDataLst>
          </p:nvPr>
        </p:nvSpPr>
        <p:spPr>
          <a:xfrm>
            <a:off x="609600" y="609600"/>
            <a:ext cx="10972800" cy="2032000"/>
          </a:xfrm>
          <a:custGeom>
            <a:avLst/>
            <a:gdLst>
              <a:gd name="connisteX0" fmla="*/ 0 w 10972800"/>
              <a:gd name="connsiteY0" fmla="*/ 203200 h 2032000"/>
              <a:gd name="connisteX1" fmla="*/ 203200 w 10972800"/>
              <a:gd name="connsiteY1" fmla="*/ 0 h 2032000"/>
              <a:gd name="connisteX2" fmla="*/ 10769600 w 10972800"/>
              <a:gd name="connsiteY2" fmla="*/ 0 h 2032000"/>
              <a:gd name="connisteX3" fmla="*/ 10972800 w 10972800"/>
              <a:gd name="connsiteY3" fmla="*/ 203200 h 2032000"/>
              <a:gd name="connisteX4" fmla="*/ 10972800 w 10972800"/>
              <a:gd name="connsiteY4" fmla="*/ 1828800 h 2032000"/>
              <a:gd name="connisteX5" fmla="*/ 10769600 w 10972800"/>
              <a:gd name="connsiteY5" fmla="*/ 2032000 h 2032000"/>
              <a:gd name="connisteX6" fmla="*/ 203200 w 10972800"/>
              <a:gd name="connsiteY6" fmla="*/ 2032000 h 2032000"/>
              <a:gd name="connisteX7" fmla="*/ 0 w 10972800"/>
              <a:gd name="connsiteY7" fmla="*/ 1828800 h 2032000"/>
              <a:gd name="connisteX8" fmla="*/ 0 w 10972800"/>
              <a:gd name="connsiteY8" fmla="*/ 20320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0972800" h="203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1828800"/>
                </a:lnTo>
                <a:cubicBezTo>
                  <a:pt x="10972800" y="1941024"/>
                  <a:pt x="10881824" y="2032000"/>
                  <a:pt x="10769600" y="2032000"/>
                </a:cubicBezTo>
                <a:lnTo>
                  <a:pt x="203200" y="2032000"/>
                </a:lnTo>
                <a:cubicBezTo>
                  <a:pt x="90976" y="2032000"/>
                  <a:pt x="0" y="1941024"/>
                  <a:pt x="0" y="18288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1" name="文本占位符 10"/>
          <p:cNvSpPr>
            <a:spLocks noGrp="1"/>
          </p:cNvSpPr>
          <p:nvPr>
            <p:ph type="body" idx="16386" hasCustomPrompt="1"/>
            <p:custDataLst>
              <p:tags r:id="rId7"/>
            </p:custDataLst>
          </p:nvPr>
        </p:nvSpPr>
        <p:spPr>
          <a:xfrm>
            <a:off x="609600" y="4165600"/>
            <a:ext cx="3251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2" name="文本占位符 11"/>
          <p:cNvSpPr>
            <a:spLocks noGrp="1"/>
          </p:cNvSpPr>
          <p:nvPr>
            <p:ph type="body" idx="16387" hasCustomPrompt="1"/>
            <p:custDataLst>
              <p:tags r:id="rId8"/>
            </p:custDataLst>
          </p:nvPr>
        </p:nvSpPr>
        <p:spPr>
          <a:xfrm>
            <a:off x="609600" y="4724400"/>
            <a:ext cx="32512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3" name="文本占位符 12"/>
          <p:cNvSpPr>
            <a:spLocks noGrp="1"/>
          </p:cNvSpPr>
          <p:nvPr>
            <p:ph type="body" idx="16388" hasCustomPrompt="1"/>
            <p:custDataLst>
              <p:tags r:id="rId9"/>
            </p:custDataLst>
          </p:nvPr>
        </p:nvSpPr>
        <p:spPr>
          <a:xfrm>
            <a:off x="4470400" y="4165600"/>
            <a:ext cx="3251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9" hasCustomPrompt="1"/>
            <p:custDataLst>
              <p:tags r:id="rId10"/>
            </p:custDataLst>
          </p:nvPr>
        </p:nvSpPr>
        <p:spPr>
          <a:xfrm>
            <a:off x="4470400" y="4724400"/>
            <a:ext cx="32512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390" hasCustomPrompt="1"/>
            <p:custDataLst>
              <p:tags r:id="rId11"/>
            </p:custDataLst>
          </p:nvPr>
        </p:nvSpPr>
        <p:spPr>
          <a:xfrm>
            <a:off x="8331200" y="4165600"/>
            <a:ext cx="3251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8" name="文本占位符 17"/>
          <p:cNvSpPr>
            <a:spLocks noGrp="1"/>
          </p:cNvSpPr>
          <p:nvPr>
            <p:ph type="body" idx="16391" hasCustomPrompt="1"/>
            <p:custDataLst>
              <p:tags r:id="rId12"/>
            </p:custDataLst>
          </p:nvPr>
        </p:nvSpPr>
        <p:spPr>
          <a:xfrm>
            <a:off x="8331200" y="4724400"/>
            <a:ext cx="32512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49_1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3"/>
            <p:custDataLst>
              <p:tags r:id="rId3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2"/>
            <p:custDataLst>
              <p:tags r:id="rId4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t>单击此处添加标题</a:t>
            </a:r>
          </a:p>
        </p:txBody>
      </p:sp>
      <p:sp>
        <p:nvSpPr>
          <p:cNvPr id="10" name="装饰  9"/>
          <p:cNvSpPr>
            <a:spLocks noGrp="1"/>
          </p:cNvSpPr>
          <p:nvPr>
            <p:ph type="body" idx="16395" hasCustomPrompt="1"/>
            <p:custDataLst>
              <p:tags r:id="rId6"/>
            </p:custDataLst>
          </p:nvPr>
        </p:nvSpPr>
        <p:spPr>
          <a:xfrm>
            <a:off x="1778000" y="2133600"/>
            <a:ext cx="914400" cy="914400"/>
          </a:xfrm>
          <a:custGeom>
            <a:avLst/>
            <a:gdLst>
              <a:gd name="connisteX0" fmla="*/ 0 w 914400"/>
              <a:gd name="connsiteY0" fmla="*/ 203200 h 914400"/>
              <a:gd name="connisteX1" fmla="*/ 203200 w 914400"/>
              <a:gd name="connsiteY1" fmla="*/ 0 h 914400"/>
              <a:gd name="connisteX2" fmla="*/ 711200 w 914400"/>
              <a:gd name="connsiteY2" fmla="*/ 0 h 914400"/>
              <a:gd name="connisteX3" fmla="*/ 914400 w 914400"/>
              <a:gd name="connsiteY3" fmla="*/ 203200 h 914400"/>
              <a:gd name="connisteX4" fmla="*/ 914400 w 914400"/>
              <a:gd name="connsiteY4" fmla="*/ 711200 h 914400"/>
              <a:gd name="connisteX5" fmla="*/ 711200 w 914400"/>
              <a:gd name="connsiteY5" fmla="*/ 914400 h 914400"/>
              <a:gd name="connisteX6" fmla="*/ 203200 w 914400"/>
              <a:gd name="connsiteY6" fmla="*/ 914400 h 914400"/>
              <a:gd name="connisteX7" fmla="*/ 0 w 914400"/>
              <a:gd name="connsiteY7" fmla="*/ 711200 h 914400"/>
              <a:gd name="connisteX8" fmla="*/ 0 w 914400"/>
              <a:gd name="connsiteY8" fmla="*/ 203200 h 91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914400" h="91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711200" y="0"/>
                </a:lnTo>
                <a:cubicBezTo>
                  <a:pt x="823424" y="0"/>
                  <a:pt x="914400" y="90976"/>
                  <a:pt x="914400" y="203200"/>
                </a:cubicBezTo>
                <a:lnTo>
                  <a:pt x="914400" y="711200"/>
                </a:lnTo>
                <a:cubicBezTo>
                  <a:pt x="914400" y="823424"/>
                  <a:pt x="823424" y="914400"/>
                  <a:pt x="711200" y="914400"/>
                </a:cubicBezTo>
                <a:lnTo>
                  <a:pt x="203200" y="914400"/>
                </a:lnTo>
                <a:cubicBezTo>
                  <a:pt x="90976" y="914400"/>
                  <a:pt x="0" y="823424"/>
                  <a:pt x="0" y="711200"/>
                </a:cubicBezTo>
                <a:lnTo>
                  <a:pt x="0" y="2032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1" name="文本占位符 10"/>
          <p:cNvSpPr>
            <a:spLocks noGrp="1"/>
          </p:cNvSpPr>
          <p:nvPr>
            <p:ph type="body" idx="16388" hasCustomPrompt="1"/>
            <p:custDataLst>
              <p:tags r:id="rId7"/>
            </p:custDataLst>
          </p:nvPr>
        </p:nvSpPr>
        <p:spPr>
          <a:xfrm>
            <a:off x="1962150" y="2362200"/>
            <a:ext cx="546100" cy="4572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01</a:t>
            </a:r>
            <a:endParaRPr lang="zh-CN" altLang="en-US" smtClean="0"/>
          </a:p>
        </p:txBody>
      </p:sp>
      <p:sp>
        <p:nvSpPr>
          <p:cNvPr id="12" name="文本占位符 11"/>
          <p:cNvSpPr>
            <a:spLocks noGrp="1"/>
          </p:cNvSpPr>
          <p:nvPr>
            <p:ph type="body" idx="16386" hasCustomPrompt="1"/>
            <p:custDataLst>
              <p:tags r:id="rId8"/>
            </p:custDataLst>
          </p:nvPr>
        </p:nvSpPr>
        <p:spPr>
          <a:xfrm>
            <a:off x="609600" y="3302000"/>
            <a:ext cx="3251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3" name="文本占位符 12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609600" y="3810000"/>
            <a:ext cx="32512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5" name="装饰  4"/>
          <p:cNvSpPr>
            <a:spLocks noGrp="1"/>
          </p:cNvSpPr>
          <p:nvPr>
            <p:ph type="body" idx="16396" hasCustomPrompt="1"/>
            <p:custDataLst>
              <p:tags r:id="rId10"/>
            </p:custDataLst>
          </p:nvPr>
        </p:nvSpPr>
        <p:spPr>
          <a:xfrm>
            <a:off x="5638800" y="2133600"/>
            <a:ext cx="914400" cy="914400"/>
          </a:xfrm>
          <a:custGeom>
            <a:avLst/>
            <a:gdLst>
              <a:gd name="connisteX0" fmla="*/ 0 w 914400"/>
              <a:gd name="connsiteY0" fmla="*/ 203200 h 914400"/>
              <a:gd name="connisteX1" fmla="*/ 203200 w 914400"/>
              <a:gd name="connsiteY1" fmla="*/ 0 h 914400"/>
              <a:gd name="connisteX2" fmla="*/ 711200 w 914400"/>
              <a:gd name="connsiteY2" fmla="*/ 0 h 914400"/>
              <a:gd name="connisteX3" fmla="*/ 914400 w 914400"/>
              <a:gd name="connsiteY3" fmla="*/ 203200 h 914400"/>
              <a:gd name="connisteX4" fmla="*/ 914400 w 914400"/>
              <a:gd name="connsiteY4" fmla="*/ 711200 h 914400"/>
              <a:gd name="connisteX5" fmla="*/ 711200 w 914400"/>
              <a:gd name="connsiteY5" fmla="*/ 914400 h 914400"/>
              <a:gd name="connisteX6" fmla="*/ 203200 w 914400"/>
              <a:gd name="connsiteY6" fmla="*/ 914400 h 914400"/>
              <a:gd name="connisteX7" fmla="*/ 0 w 914400"/>
              <a:gd name="connsiteY7" fmla="*/ 711200 h 914400"/>
              <a:gd name="connisteX8" fmla="*/ 0 w 914400"/>
              <a:gd name="connsiteY8" fmla="*/ 203200 h 91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914400" h="91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711200" y="0"/>
                </a:lnTo>
                <a:cubicBezTo>
                  <a:pt x="823424" y="0"/>
                  <a:pt x="914400" y="90976"/>
                  <a:pt x="914400" y="203200"/>
                </a:cubicBezTo>
                <a:lnTo>
                  <a:pt x="914400" y="711200"/>
                </a:lnTo>
                <a:cubicBezTo>
                  <a:pt x="914400" y="823424"/>
                  <a:pt x="823424" y="914400"/>
                  <a:pt x="711200" y="914400"/>
                </a:cubicBezTo>
                <a:lnTo>
                  <a:pt x="203200" y="914400"/>
                </a:lnTo>
                <a:cubicBezTo>
                  <a:pt x="90976" y="914400"/>
                  <a:pt x="0" y="823424"/>
                  <a:pt x="0" y="711200"/>
                </a:cubicBezTo>
                <a:lnTo>
                  <a:pt x="0" y="2032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391" hasCustomPrompt="1"/>
            <p:custDataLst>
              <p:tags r:id="rId11"/>
            </p:custDataLst>
          </p:nvPr>
        </p:nvSpPr>
        <p:spPr>
          <a:xfrm>
            <a:off x="5822950" y="2362200"/>
            <a:ext cx="546100" cy="4572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02</a:t>
            </a:r>
            <a:endParaRPr lang="zh-CN" altLang="en-US" smtClean="0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9" hasCustomPrompt="1"/>
            <p:custDataLst>
              <p:tags r:id="rId12"/>
            </p:custDataLst>
          </p:nvPr>
        </p:nvSpPr>
        <p:spPr>
          <a:xfrm>
            <a:off x="4470400" y="3302000"/>
            <a:ext cx="3251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9" name="文本占位符 18"/>
          <p:cNvSpPr>
            <a:spLocks noGrp="1"/>
          </p:cNvSpPr>
          <p:nvPr>
            <p:ph type="body" idx="16390" hasCustomPrompt="1"/>
            <p:custDataLst>
              <p:tags r:id="rId13"/>
            </p:custDataLst>
          </p:nvPr>
        </p:nvSpPr>
        <p:spPr>
          <a:xfrm>
            <a:off x="4470400" y="3810000"/>
            <a:ext cx="32512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20" name="装饰  9"/>
          <p:cNvSpPr>
            <a:spLocks noGrp="1"/>
          </p:cNvSpPr>
          <p:nvPr>
            <p:ph type="body" idx="16397" hasCustomPrompt="1"/>
            <p:custDataLst>
              <p:tags r:id="rId14"/>
            </p:custDataLst>
          </p:nvPr>
        </p:nvSpPr>
        <p:spPr>
          <a:xfrm>
            <a:off x="9499600" y="2133600"/>
            <a:ext cx="914400" cy="914400"/>
          </a:xfrm>
          <a:custGeom>
            <a:avLst/>
            <a:gdLst>
              <a:gd name="connisteX0" fmla="*/ 0 w 914400"/>
              <a:gd name="connsiteY0" fmla="*/ 203200 h 914400"/>
              <a:gd name="connisteX1" fmla="*/ 203200 w 914400"/>
              <a:gd name="connsiteY1" fmla="*/ 0 h 914400"/>
              <a:gd name="connisteX2" fmla="*/ 711200 w 914400"/>
              <a:gd name="connsiteY2" fmla="*/ 0 h 914400"/>
              <a:gd name="connisteX3" fmla="*/ 914400 w 914400"/>
              <a:gd name="connsiteY3" fmla="*/ 203200 h 914400"/>
              <a:gd name="connisteX4" fmla="*/ 914400 w 914400"/>
              <a:gd name="connsiteY4" fmla="*/ 711200 h 914400"/>
              <a:gd name="connisteX5" fmla="*/ 711200 w 914400"/>
              <a:gd name="connsiteY5" fmla="*/ 914400 h 914400"/>
              <a:gd name="connisteX6" fmla="*/ 203200 w 914400"/>
              <a:gd name="connsiteY6" fmla="*/ 914400 h 914400"/>
              <a:gd name="connisteX7" fmla="*/ 0 w 914400"/>
              <a:gd name="connsiteY7" fmla="*/ 711200 h 914400"/>
              <a:gd name="connisteX8" fmla="*/ 0 w 914400"/>
              <a:gd name="connsiteY8" fmla="*/ 203200 h 91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914400" h="91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711200" y="0"/>
                </a:lnTo>
                <a:cubicBezTo>
                  <a:pt x="823424" y="0"/>
                  <a:pt x="914400" y="90976"/>
                  <a:pt x="914400" y="203200"/>
                </a:cubicBezTo>
                <a:lnTo>
                  <a:pt x="914400" y="711200"/>
                </a:lnTo>
                <a:cubicBezTo>
                  <a:pt x="914400" y="823424"/>
                  <a:pt x="823424" y="914400"/>
                  <a:pt x="711200" y="914400"/>
                </a:cubicBezTo>
                <a:lnTo>
                  <a:pt x="203200" y="914400"/>
                </a:lnTo>
                <a:cubicBezTo>
                  <a:pt x="90976" y="914400"/>
                  <a:pt x="0" y="823424"/>
                  <a:pt x="0" y="711200"/>
                </a:cubicBezTo>
                <a:lnTo>
                  <a:pt x="0" y="2032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1" name="文本占位符 20"/>
          <p:cNvSpPr>
            <a:spLocks noGrp="1"/>
          </p:cNvSpPr>
          <p:nvPr>
            <p:ph type="body" idx="16394" hasCustomPrompt="1"/>
            <p:custDataLst>
              <p:tags r:id="rId15"/>
            </p:custDataLst>
          </p:nvPr>
        </p:nvSpPr>
        <p:spPr>
          <a:xfrm>
            <a:off x="9683750" y="2362200"/>
            <a:ext cx="546100" cy="4572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03</a:t>
            </a:r>
            <a:endParaRPr lang="zh-CN" altLang="en-US" smtClean="0"/>
          </a:p>
        </p:txBody>
      </p:sp>
      <p:sp>
        <p:nvSpPr>
          <p:cNvPr id="22" name="文本占位符 21"/>
          <p:cNvSpPr>
            <a:spLocks noGrp="1"/>
          </p:cNvSpPr>
          <p:nvPr>
            <p:ph type="body" idx="16392" hasCustomPrompt="1"/>
            <p:custDataLst>
              <p:tags r:id="rId16"/>
            </p:custDataLst>
          </p:nvPr>
        </p:nvSpPr>
        <p:spPr>
          <a:xfrm>
            <a:off x="8331200" y="3302000"/>
            <a:ext cx="3251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3" name="文本占位符 22"/>
          <p:cNvSpPr>
            <a:spLocks noGrp="1"/>
          </p:cNvSpPr>
          <p:nvPr>
            <p:ph type="body" idx="16393" hasCustomPrompt="1"/>
            <p:custDataLst>
              <p:tags r:id="rId17"/>
            </p:custDataLst>
          </p:nvPr>
        </p:nvSpPr>
        <p:spPr>
          <a:xfrm>
            <a:off x="8331200" y="3810000"/>
            <a:ext cx="32512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10009_18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3"/>
            <p:custDataLst>
              <p:tags r:id="rId3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2"/>
            <p:custDataLst>
              <p:tags r:id="rId4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0" name="内容占位符 9"/>
          <p:cNvSpPr>
            <a:spLocks noGrp="1"/>
          </p:cNvSpPr>
          <p:nvPr>
            <p:ph idx="16392" hasCustomPrompt="1"/>
            <p:custDataLst>
              <p:tags r:id="rId6"/>
            </p:custDataLst>
          </p:nvPr>
        </p:nvSpPr>
        <p:spPr>
          <a:xfrm>
            <a:off x="609600" y="1524000"/>
            <a:ext cx="3454400" cy="2032000"/>
          </a:xfrm>
          <a:custGeom>
            <a:avLst/>
            <a:gdLst>
              <a:gd name="connisteX0" fmla="*/ 0 w 3454400"/>
              <a:gd name="connsiteY0" fmla="*/ 203200 h 2032000"/>
              <a:gd name="connisteX1" fmla="*/ 203200 w 3454400"/>
              <a:gd name="connsiteY1" fmla="*/ 0 h 2032000"/>
              <a:gd name="connisteX2" fmla="*/ 3251200 w 3454400"/>
              <a:gd name="connsiteY2" fmla="*/ 0 h 2032000"/>
              <a:gd name="connisteX3" fmla="*/ 3454400 w 3454400"/>
              <a:gd name="connsiteY3" fmla="*/ 203200 h 2032000"/>
              <a:gd name="connisteX4" fmla="*/ 3454400 w 3454400"/>
              <a:gd name="connsiteY4" fmla="*/ 1828800 h 2032000"/>
              <a:gd name="connisteX5" fmla="*/ 3251200 w 3454400"/>
              <a:gd name="connsiteY5" fmla="*/ 2032000 h 2032000"/>
              <a:gd name="connisteX6" fmla="*/ 203200 w 3454400"/>
              <a:gd name="connsiteY6" fmla="*/ 2032000 h 2032000"/>
              <a:gd name="connisteX7" fmla="*/ 0 w 3454400"/>
              <a:gd name="connsiteY7" fmla="*/ 1828800 h 2032000"/>
              <a:gd name="connisteX8" fmla="*/ 0 w 3454400"/>
              <a:gd name="connsiteY8" fmla="*/ 20320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203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1828800"/>
                </a:lnTo>
                <a:cubicBezTo>
                  <a:pt x="3454400" y="1941024"/>
                  <a:pt x="3363424" y="2032000"/>
                  <a:pt x="3251200" y="2032000"/>
                </a:cubicBezTo>
                <a:lnTo>
                  <a:pt x="203200" y="2032000"/>
                </a:lnTo>
                <a:cubicBezTo>
                  <a:pt x="90976" y="2032000"/>
                  <a:pt x="0" y="1941024"/>
                  <a:pt x="0" y="18288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 marL="0" indent="0">
              <a:buNone/>
              <a:defRPr/>
            </a:lvl5pPr>
          </a:lstStyle>
          <a:p>
            <a:pPr lvl="4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1" name="文本占位符 10"/>
          <p:cNvSpPr>
            <a:spLocks noGrp="1"/>
          </p:cNvSpPr>
          <p:nvPr>
            <p:ph type="body" idx="16386" hasCustomPrompt="1"/>
            <p:custDataLst>
              <p:tags r:id="rId7"/>
            </p:custDataLst>
          </p:nvPr>
        </p:nvSpPr>
        <p:spPr>
          <a:xfrm>
            <a:off x="609600" y="3860800"/>
            <a:ext cx="345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buNone/>
              <a:defRPr sz="24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2" name="文本占位符 11"/>
          <p:cNvSpPr>
            <a:spLocks noGrp="1"/>
          </p:cNvSpPr>
          <p:nvPr>
            <p:ph type="body" idx="16387" hasCustomPrompt="1"/>
            <p:custDataLst>
              <p:tags r:id="rId8"/>
            </p:custDataLst>
          </p:nvPr>
        </p:nvSpPr>
        <p:spPr>
          <a:xfrm>
            <a:off x="609600" y="4419600"/>
            <a:ext cx="34544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buNone/>
              <a:defRPr sz="16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3" name="内容占位符 12"/>
          <p:cNvSpPr>
            <a:spLocks noGrp="1"/>
          </p:cNvSpPr>
          <p:nvPr>
            <p:ph idx="16393" hasCustomPrompt="1"/>
            <p:custDataLst>
              <p:tags r:id="rId9"/>
            </p:custDataLst>
          </p:nvPr>
        </p:nvSpPr>
        <p:spPr>
          <a:xfrm>
            <a:off x="4368800" y="1524000"/>
            <a:ext cx="3454400" cy="2032000"/>
          </a:xfrm>
          <a:custGeom>
            <a:avLst/>
            <a:gdLst>
              <a:gd name="connisteX0" fmla="*/ 0 w 3454400"/>
              <a:gd name="connsiteY0" fmla="*/ 203200 h 2032000"/>
              <a:gd name="connisteX1" fmla="*/ 203200 w 3454400"/>
              <a:gd name="connsiteY1" fmla="*/ 0 h 2032000"/>
              <a:gd name="connisteX2" fmla="*/ 3251200 w 3454400"/>
              <a:gd name="connsiteY2" fmla="*/ 0 h 2032000"/>
              <a:gd name="connisteX3" fmla="*/ 3454400 w 3454400"/>
              <a:gd name="connsiteY3" fmla="*/ 203200 h 2032000"/>
              <a:gd name="connisteX4" fmla="*/ 3454400 w 3454400"/>
              <a:gd name="connsiteY4" fmla="*/ 1828800 h 2032000"/>
              <a:gd name="connisteX5" fmla="*/ 3251200 w 3454400"/>
              <a:gd name="connsiteY5" fmla="*/ 2032000 h 2032000"/>
              <a:gd name="connisteX6" fmla="*/ 203200 w 3454400"/>
              <a:gd name="connsiteY6" fmla="*/ 2032000 h 2032000"/>
              <a:gd name="connisteX7" fmla="*/ 0 w 3454400"/>
              <a:gd name="connsiteY7" fmla="*/ 1828800 h 2032000"/>
              <a:gd name="connisteX8" fmla="*/ 0 w 3454400"/>
              <a:gd name="connsiteY8" fmla="*/ 20320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203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1828800"/>
                </a:lnTo>
                <a:cubicBezTo>
                  <a:pt x="3454400" y="1941024"/>
                  <a:pt x="3363424" y="2032000"/>
                  <a:pt x="3251200" y="2032000"/>
                </a:cubicBezTo>
                <a:lnTo>
                  <a:pt x="203200" y="2032000"/>
                </a:lnTo>
                <a:cubicBezTo>
                  <a:pt x="90976" y="2032000"/>
                  <a:pt x="0" y="1941024"/>
                  <a:pt x="0" y="18288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 marL="0" indent="0">
              <a:buNone/>
              <a:defRPr/>
            </a:lvl5pPr>
          </a:lstStyle>
          <a:p>
            <a:pPr lvl="4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8" hasCustomPrompt="1"/>
            <p:custDataLst>
              <p:tags r:id="rId10"/>
            </p:custDataLst>
          </p:nvPr>
        </p:nvSpPr>
        <p:spPr>
          <a:xfrm>
            <a:off x="4368800" y="3860800"/>
            <a:ext cx="345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buNone/>
              <a:defRPr sz="24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389" hasCustomPrompt="1"/>
            <p:custDataLst>
              <p:tags r:id="rId11"/>
            </p:custDataLst>
          </p:nvPr>
        </p:nvSpPr>
        <p:spPr>
          <a:xfrm>
            <a:off x="4368800" y="4419600"/>
            <a:ext cx="34544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buNone/>
              <a:defRPr sz="16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8" name="内容占位符 17"/>
          <p:cNvSpPr>
            <a:spLocks noGrp="1"/>
          </p:cNvSpPr>
          <p:nvPr>
            <p:ph idx="16394" hasCustomPrompt="1"/>
            <p:custDataLst>
              <p:tags r:id="rId12"/>
            </p:custDataLst>
          </p:nvPr>
        </p:nvSpPr>
        <p:spPr>
          <a:xfrm>
            <a:off x="8128000" y="1524000"/>
            <a:ext cx="3454400" cy="2032000"/>
          </a:xfrm>
          <a:custGeom>
            <a:avLst/>
            <a:gdLst>
              <a:gd name="connisteX0" fmla="*/ 0 w 3454400"/>
              <a:gd name="connsiteY0" fmla="*/ 203200 h 2032000"/>
              <a:gd name="connisteX1" fmla="*/ 203200 w 3454400"/>
              <a:gd name="connsiteY1" fmla="*/ 0 h 2032000"/>
              <a:gd name="connisteX2" fmla="*/ 3251200 w 3454400"/>
              <a:gd name="connsiteY2" fmla="*/ 0 h 2032000"/>
              <a:gd name="connisteX3" fmla="*/ 3454400 w 3454400"/>
              <a:gd name="connsiteY3" fmla="*/ 203200 h 2032000"/>
              <a:gd name="connisteX4" fmla="*/ 3454400 w 3454400"/>
              <a:gd name="connsiteY4" fmla="*/ 1828800 h 2032000"/>
              <a:gd name="connisteX5" fmla="*/ 3251200 w 3454400"/>
              <a:gd name="connsiteY5" fmla="*/ 2032000 h 2032000"/>
              <a:gd name="connisteX6" fmla="*/ 203200 w 3454400"/>
              <a:gd name="connsiteY6" fmla="*/ 2032000 h 2032000"/>
              <a:gd name="connisteX7" fmla="*/ 0 w 3454400"/>
              <a:gd name="connsiteY7" fmla="*/ 1828800 h 2032000"/>
              <a:gd name="connisteX8" fmla="*/ 0 w 3454400"/>
              <a:gd name="connsiteY8" fmla="*/ 20320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203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1828800"/>
                </a:lnTo>
                <a:cubicBezTo>
                  <a:pt x="3454400" y="1941024"/>
                  <a:pt x="3363424" y="2032000"/>
                  <a:pt x="3251200" y="2032000"/>
                </a:cubicBezTo>
                <a:lnTo>
                  <a:pt x="203200" y="2032000"/>
                </a:lnTo>
                <a:cubicBezTo>
                  <a:pt x="90976" y="2032000"/>
                  <a:pt x="0" y="1941024"/>
                  <a:pt x="0" y="18288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 marL="0" indent="0">
              <a:buNone/>
              <a:defRPr/>
            </a:lvl5pPr>
          </a:lstStyle>
          <a:p>
            <a:pPr lvl="4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9" name="文本占位符 18"/>
          <p:cNvSpPr>
            <a:spLocks noGrp="1"/>
          </p:cNvSpPr>
          <p:nvPr>
            <p:ph type="body" idx="16390" hasCustomPrompt="1"/>
            <p:custDataLst>
              <p:tags r:id="rId13"/>
            </p:custDataLst>
          </p:nvPr>
        </p:nvSpPr>
        <p:spPr>
          <a:xfrm>
            <a:off x="8128000" y="3860800"/>
            <a:ext cx="345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buNone/>
              <a:defRPr sz="24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0" name="文本占位符 19"/>
          <p:cNvSpPr>
            <a:spLocks noGrp="1"/>
          </p:cNvSpPr>
          <p:nvPr>
            <p:ph type="body" idx="16391" hasCustomPrompt="1"/>
            <p:custDataLst>
              <p:tags r:id="rId14"/>
            </p:custDataLst>
          </p:nvPr>
        </p:nvSpPr>
        <p:spPr>
          <a:xfrm>
            <a:off x="8128000" y="4419600"/>
            <a:ext cx="34544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buNone/>
              <a:defRPr sz="16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59_17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3"/>
            <p:custDataLst>
              <p:tags r:id="rId3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2"/>
            <p:custDataLst>
              <p:tags r:id="rId4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0" name="内容占位符 9"/>
          <p:cNvSpPr>
            <a:spLocks noGrp="1"/>
          </p:cNvSpPr>
          <p:nvPr>
            <p:ph idx="16392" hasCustomPrompt="1"/>
            <p:custDataLst>
              <p:tags r:id="rId6"/>
            </p:custDataLst>
          </p:nvPr>
        </p:nvSpPr>
        <p:spPr>
          <a:xfrm>
            <a:off x="609600" y="4013200"/>
            <a:ext cx="10972800" cy="2235200"/>
          </a:xfrm>
          <a:custGeom>
            <a:avLst/>
            <a:gdLst>
              <a:gd name="connisteX0" fmla="*/ 0 w 10972800"/>
              <a:gd name="connsiteY0" fmla="*/ 203200 h 2235200"/>
              <a:gd name="connisteX1" fmla="*/ 203200 w 10972800"/>
              <a:gd name="connsiteY1" fmla="*/ 0 h 2235200"/>
              <a:gd name="connisteX2" fmla="*/ 10769600 w 10972800"/>
              <a:gd name="connsiteY2" fmla="*/ 0 h 2235200"/>
              <a:gd name="connisteX3" fmla="*/ 10972800 w 10972800"/>
              <a:gd name="connsiteY3" fmla="*/ 203200 h 2235200"/>
              <a:gd name="connisteX4" fmla="*/ 10972800 w 10972800"/>
              <a:gd name="connsiteY4" fmla="*/ 2032000 h 2235200"/>
              <a:gd name="connisteX5" fmla="*/ 10769600 w 10972800"/>
              <a:gd name="connsiteY5" fmla="*/ 2235200 h 2235200"/>
              <a:gd name="connisteX6" fmla="*/ 203200 w 10972800"/>
              <a:gd name="connsiteY6" fmla="*/ 2235200 h 2235200"/>
              <a:gd name="connisteX7" fmla="*/ 0 w 10972800"/>
              <a:gd name="connsiteY7" fmla="*/ 2032000 h 2235200"/>
              <a:gd name="connisteX8" fmla="*/ 0 w 10972800"/>
              <a:gd name="connsiteY8" fmla="*/ 203200 h 2235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0972800" h="22352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2032000"/>
                </a:lnTo>
                <a:cubicBezTo>
                  <a:pt x="10972800" y="2144224"/>
                  <a:pt x="10881824" y="2235200"/>
                  <a:pt x="10769600" y="2235200"/>
                </a:cubicBezTo>
                <a:lnTo>
                  <a:pt x="203200" y="2235200"/>
                </a:lnTo>
                <a:cubicBezTo>
                  <a:pt x="90976" y="2235200"/>
                  <a:pt x="0" y="2144224"/>
                  <a:pt x="0" y="20320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1" name="装饰  0"/>
          <p:cNvSpPr>
            <a:spLocks noGrp="1"/>
          </p:cNvSpPr>
          <p:nvPr>
            <p:ph type="body" idx="16393" hasCustomPrompt="1"/>
            <p:custDataLst>
              <p:tags r:id="rId7"/>
            </p:custDataLst>
          </p:nvPr>
        </p:nvSpPr>
        <p:spPr>
          <a:xfrm>
            <a:off x="609600" y="1524000"/>
            <a:ext cx="50800" cy="2032000"/>
          </a:xfrm>
          <a:custGeom>
            <a:avLst/>
            <a:gdLst>
              <a:gd name="connisteX0" fmla="*/ 0 w 50800"/>
              <a:gd name="connsiteY0" fmla="*/ 25400 h 2032000"/>
              <a:gd name="connisteX1" fmla="*/ 25400 w 50800"/>
              <a:gd name="connsiteY1" fmla="*/ 0 h 2032000"/>
              <a:gd name="connisteX2" fmla="*/ 25400 w 50800"/>
              <a:gd name="connsiteY2" fmla="*/ 0 h 2032000"/>
              <a:gd name="connisteX3" fmla="*/ 50800 w 50800"/>
              <a:gd name="connsiteY3" fmla="*/ 25400 h 2032000"/>
              <a:gd name="connisteX4" fmla="*/ 50800 w 50800"/>
              <a:gd name="connsiteY4" fmla="*/ 2006600 h 2032000"/>
              <a:gd name="connisteX5" fmla="*/ 25400 w 50800"/>
              <a:gd name="connsiteY5" fmla="*/ 2032000 h 2032000"/>
              <a:gd name="connisteX6" fmla="*/ 25400 w 50800"/>
              <a:gd name="connsiteY6" fmla="*/ 2032000 h 2032000"/>
              <a:gd name="connisteX7" fmla="*/ 0 w 50800"/>
              <a:gd name="connsiteY7" fmla="*/ 2006600 h 2032000"/>
              <a:gd name="connisteX8" fmla="*/ 0 w 50800"/>
              <a:gd name="connsiteY8" fmla="*/ 2540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20320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2006600"/>
                </a:lnTo>
                <a:cubicBezTo>
                  <a:pt x="50800" y="2020628"/>
                  <a:pt x="39428" y="2032000"/>
                  <a:pt x="25400" y="2032000"/>
                </a:cubicBezTo>
                <a:lnTo>
                  <a:pt x="25400" y="2032000"/>
                </a:lnTo>
                <a:cubicBezTo>
                  <a:pt x="11372" y="2032000"/>
                  <a:pt x="0" y="2020628"/>
                  <a:pt x="0" y="20066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2" name="文本占位符 11"/>
          <p:cNvSpPr>
            <a:spLocks noGrp="1"/>
          </p:cNvSpPr>
          <p:nvPr>
            <p:ph type="body" idx="16386" hasCustomPrompt="1"/>
            <p:custDataLst>
              <p:tags r:id="rId8"/>
            </p:custDataLst>
          </p:nvPr>
        </p:nvSpPr>
        <p:spPr>
          <a:xfrm>
            <a:off x="762000" y="1524000"/>
            <a:ext cx="3098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3" name="文本占位符 12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762000" y="2032000"/>
            <a:ext cx="30988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5" name="装饰  4"/>
          <p:cNvSpPr>
            <a:spLocks noGrp="1"/>
          </p:cNvSpPr>
          <p:nvPr>
            <p:ph type="body" idx="16394" hasCustomPrompt="1"/>
            <p:custDataLst>
              <p:tags r:id="rId10"/>
            </p:custDataLst>
          </p:nvPr>
        </p:nvSpPr>
        <p:spPr>
          <a:xfrm>
            <a:off x="4470400" y="1524000"/>
            <a:ext cx="50800" cy="2032000"/>
          </a:xfrm>
          <a:custGeom>
            <a:avLst/>
            <a:gdLst>
              <a:gd name="connisteX0" fmla="*/ 0 w 50800"/>
              <a:gd name="connsiteY0" fmla="*/ 25400 h 2032000"/>
              <a:gd name="connisteX1" fmla="*/ 25400 w 50800"/>
              <a:gd name="connsiteY1" fmla="*/ 0 h 2032000"/>
              <a:gd name="connisteX2" fmla="*/ 25400 w 50800"/>
              <a:gd name="connsiteY2" fmla="*/ 0 h 2032000"/>
              <a:gd name="connisteX3" fmla="*/ 50800 w 50800"/>
              <a:gd name="connsiteY3" fmla="*/ 25400 h 2032000"/>
              <a:gd name="connisteX4" fmla="*/ 50800 w 50800"/>
              <a:gd name="connsiteY4" fmla="*/ 2006600 h 2032000"/>
              <a:gd name="connisteX5" fmla="*/ 25400 w 50800"/>
              <a:gd name="connsiteY5" fmla="*/ 2032000 h 2032000"/>
              <a:gd name="connisteX6" fmla="*/ 25400 w 50800"/>
              <a:gd name="connsiteY6" fmla="*/ 2032000 h 2032000"/>
              <a:gd name="connisteX7" fmla="*/ 0 w 50800"/>
              <a:gd name="connsiteY7" fmla="*/ 2006600 h 2032000"/>
              <a:gd name="connisteX8" fmla="*/ 0 w 50800"/>
              <a:gd name="connsiteY8" fmla="*/ 2540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20320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2006600"/>
                </a:lnTo>
                <a:cubicBezTo>
                  <a:pt x="50800" y="2020628"/>
                  <a:pt x="39428" y="2032000"/>
                  <a:pt x="25400" y="2032000"/>
                </a:cubicBezTo>
                <a:lnTo>
                  <a:pt x="25400" y="2032000"/>
                </a:lnTo>
                <a:cubicBezTo>
                  <a:pt x="11372" y="2032000"/>
                  <a:pt x="0" y="2020628"/>
                  <a:pt x="0" y="20066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388" hasCustomPrompt="1"/>
            <p:custDataLst>
              <p:tags r:id="rId11"/>
            </p:custDataLst>
          </p:nvPr>
        </p:nvSpPr>
        <p:spPr>
          <a:xfrm>
            <a:off x="4622800" y="1524000"/>
            <a:ext cx="3098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9" hasCustomPrompt="1"/>
            <p:custDataLst>
              <p:tags r:id="rId12"/>
            </p:custDataLst>
          </p:nvPr>
        </p:nvSpPr>
        <p:spPr>
          <a:xfrm>
            <a:off x="4622800" y="2032000"/>
            <a:ext cx="30988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9" name="装饰  8"/>
          <p:cNvSpPr>
            <a:spLocks noGrp="1"/>
          </p:cNvSpPr>
          <p:nvPr>
            <p:ph type="body" idx="16395" hasCustomPrompt="1"/>
            <p:custDataLst>
              <p:tags r:id="rId13"/>
            </p:custDataLst>
          </p:nvPr>
        </p:nvSpPr>
        <p:spPr>
          <a:xfrm>
            <a:off x="8331200" y="1524000"/>
            <a:ext cx="50800" cy="2032000"/>
          </a:xfrm>
          <a:custGeom>
            <a:avLst/>
            <a:gdLst>
              <a:gd name="connisteX0" fmla="*/ 0 w 50800"/>
              <a:gd name="connsiteY0" fmla="*/ 25400 h 2032000"/>
              <a:gd name="connisteX1" fmla="*/ 25400 w 50800"/>
              <a:gd name="connsiteY1" fmla="*/ 0 h 2032000"/>
              <a:gd name="connisteX2" fmla="*/ 25400 w 50800"/>
              <a:gd name="connsiteY2" fmla="*/ 0 h 2032000"/>
              <a:gd name="connisteX3" fmla="*/ 50800 w 50800"/>
              <a:gd name="connsiteY3" fmla="*/ 25400 h 2032000"/>
              <a:gd name="connisteX4" fmla="*/ 50800 w 50800"/>
              <a:gd name="connsiteY4" fmla="*/ 2006600 h 2032000"/>
              <a:gd name="connisteX5" fmla="*/ 25400 w 50800"/>
              <a:gd name="connsiteY5" fmla="*/ 2032000 h 2032000"/>
              <a:gd name="connisteX6" fmla="*/ 25400 w 50800"/>
              <a:gd name="connsiteY6" fmla="*/ 2032000 h 2032000"/>
              <a:gd name="connisteX7" fmla="*/ 0 w 50800"/>
              <a:gd name="connsiteY7" fmla="*/ 2006600 h 2032000"/>
              <a:gd name="connisteX8" fmla="*/ 0 w 50800"/>
              <a:gd name="connsiteY8" fmla="*/ 2540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20320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2006600"/>
                </a:lnTo>
                <a:cubicBezTo>
                  <a:pt x="50800" y="2020628"/>
                  <a:pt x="39428" y="2032000"/>
                  <a:pt x="25400" y="2032000"/>
                </a:cubicBezTo>
                <a:lnTo>
                  <a:pt x="25400" y="2032000"/>
                </a:lnTo>
                <a:cubicBezTo>
                  <a:pt x="11372" y="2032000"/>
                  <a:pt x="0" y="2020628"/>
                  <a:pt x="0" y="20066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0" name="文本占位符 19"/>
          <p:cNvSpPr>
            <a:spLocks noGrp="1"/>
          </p:cNvSpPr>
          <p:nvPr>
            <p:ph type="body" idx="16390" hasCustomPrompt="1"/>
            <p:custDataLst>
              <p:tags r:id="rId14"/>
            </p:custDataLst>
          </p:nvPr>
        </p:nvSpPr>
        <p:spPr>
          <a:xfrm>
            <a:off x="8483600" y="1524000"/>
            <a:ext cx="3098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1" name="文本占位符 20"/>
          <p:cNvSpPr>
            <a:spLocks noGrp="1"/>
          </p:cNvSpPr>
          <p:nvPr>
            <p:ph type="body" idx="16391" hasCustomPrompt="1"/>
            <p:custDataLst>
              <p:tags r:id="rId15"/>
            </p:custDataLst>
          </p:nvPr>
        </p:nvSpPr>
        <p:spPr>
          <a:xfrm>
            <a:off x="8483600" y="2032000"/>
            <a:ext cx="30988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30_8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3"/>
            <p:custDataLst>
              <p:tags r:id="rId3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2"/>
            <p:custDataLst>
              <p:tags r:id="rId4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5257800" y="533400"/>
            <a:ext cx="63246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0" name="内容占位符 9"/>
          <p:cNvSpPr>
            <a:spLocks noGrp="1"/>
          </p:cNvSpPr>
          <p:nvPr>
            <p:ph idx="16392" hasCustomPrompt="1"/>
            <p:custDataLst>
              <p:tags r:id="rId6"/>
            </p:custDataLst>
          </p:nvPr>
        </p:nvSpPr>
        <p:spPr>
          <a:xfrm>
            <a:off x="609600" y="609600"/>
            <a:ext cx="4038600" cy="5638800"/>
          </a:xfrm>
          <a:custGeom>
            <a:avLst/>
            <a:gdLst>
              <a:gd name="connisteX0" fmla="*/ 0 w 4038600"/>
              <a:gd name="connsiteY0" fmla="*/ 0 h 5638800"/>
              <a:gd name="connisteX1" fmla="*/ 4038600 w 4038600"/>
              <a:gd name="connsiteY1" fmla="*/ 0 h 5638800"/>
              <a:gd name="connisteX2" fmla="*/ 4038600 w 4038600"/>
              <a:gd name="connsiteY2" fmla="*/ 5638800 h 5638800"/>
              <a:gd name="connisteX3" fmla="*/ 0 w 4038600"/>
              <a:gd name="connsiteY3" fmla="*/ 5638800 h 5638800"/>
              <a:gd name="connisteX4" fmla="*/ 0 w 4038600"/>
              <a:gd name="connsiteY4" fmla="*/ 0 h 5638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pathLst>
              <a:path w="4038600" h="5638800">
                <a:moveTo>
                  <a:pt x="0" y="0"/>
                </a:moveTo>
                <a:lnTo>
                  <a:pt x="4038600" y="0"/>
                </a:lnTo>
                <a:lnTo>
                  <a:pt x="4038600" y="5638800"/>
                </a:lnTo>
                <a:lnTo>
                  <a:pt x="0" y="5638800"/>
                </a:lnTo>
                <a:lnTo>
                  <a:pt x="0" y="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1" name="装饰  0"/>
          <p:cNvSpPr>
            <a:spLocks noGrp="1"/>
          </p:cNvSpPr>
          <p:nvPr>
            <p:ph type="body" idx="16393" hasCustomPrompt="1"/>
            <p:custDataLst>
              <p:tags r:id="rId7"/>
            </p:custDataLst>
          </p:nvPr>
        </p:nvSpPr>
        <p:spPr>
          <a:xfrm>
            <a:off x="5257800" y="1676400"/>
            <a:ext cx="50800" cy="1117600"/>
          </a:xfrm>
          <a:custGeom>
            <a:avLst/>
            <a:gdLst>
              <a:gd name="connisteX0" fmla="*/ 0 w 50800"/>
              <a:gd name="connsiteY0" fmla="*/ 25400 h 1117600"/>
              <a:gd name="connisteX1" fmla="*/ 25400 w 50800"/>
              <a:gd name="connsiteY1" fmla="*/ 0 h 1117600"/>
              <a:gd name="connisteX2" fmla="*/ 25400 w 50800"/>
              <a:gd name="connsiteY2" fmla="*/ 0 h 1117600"/>
              <a:gd name="connisteX3" fmla="*/ 50800 w 50800"/>
              <a:gd name="connsiteY3" fmla="*/ 25400 h 1117600"/>
              <a:gd name="connisteX4" fmla="*/ 50800 w 50800"/>
              <a:gd name="connsiteY4" fmla="*/ 1092200 h 1117600"/>
              <a:gd name="connisteX5" fmla="*/ 25400 w 50800"/>
              <a:gd name="connsiteY5" fmla="*/ 1117600 h 1117600"/>
              <a:gd name="connisteX6" fmla="*/ 25400 w 50800"/>
              <a:gd name="connsiteY6" fmla="*/ 1117600 h 1117600"/>
              <a:gd name="connisteX7" fmla="*/ 0 w 50800"/>
              <a:gd name="connsiteY7" fmla="*/ 1092200 h 1117600"/>
              <a:gd name="connisteX8" fmla="*/ 0 w 50800"/>
              <a:gd name="connsiteY8" fmla="*/ 25400 h 111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1176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092200"/>
                </a:lnTo>
                <a:cubicBezTo>
                  <a:pt x="50800" y="1106228"/>
                  <a:pt x="39428" y="1117600"/>
                  <a:pt x="25400" y="1117600"/>
                </a:cubicBezTo>
                <a:lnTo>
                  <a:pt x="25400" y="1117600"/>
                </a:lnTo>
                <a:cubicBezTo>
                  <a:pt x="11372" y="1117600"/>
                  <a:pt x="0" y="1106228"/>
                  <a:pt x="0" y="10922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2" name="文本占位符 11"/>
          <p:cNvSpPr>
            <a:spLocks noGrp="1"/>
          </p:cNvSpPr>
          <p:nvPr>
            <p:ph type="body" idx="16386" hasCustomPrompt="1"/>
            <p:custDataLst>
              <p:tags r:id="rId8"/>
            </p:custDataLst>
          </p:nvPr>
        </p:nvSpPr>
        <p:spPr>
          <a:xfrm>
            <a:off x="5410200" y="1676400"/>
            <a:ext cx="6172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3" name="文本占位符 12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5410200" y="2184400"/>
            <a:ext cx="61722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5" name="装饰  4"/>
          <p:cNvSpPr>
            <a:spLocks noGrp="1"/>
          </p:cNvSpPr>
          <p:nvPr>
            <p:ph type="body" idx="16394" hasCustomPrompt="1"/>
            <p:custDataLst>
              <p:tags r:id="rId10"/>
            </p:custDataLst>
          </p:nvPr>
        </p:nvSpPr>
        <p:spPr>
          <a:xfrm>
            <a:off x="5257800" y="3403600"/>
            <a:ext cx="50800" cy="1117600"/>
          </a:xfrm>
          <a:custGeom>
            <a:avLst/>
            <a:gdLst>
              <a:gd name="connisteX0" fmla="*/ 0 w 50800"/>
              <a:gd name="connsiteY0" fmla="*/ 25400 h 1117600"/>
              <a:gd name="connisteX1" fmla="*/ 25400 w 50800"/>
              <a:gd name="connsiteY1" fmla="*/ 0 h 1117600"/>
              <a:gd name="connisteX2" fmla="*/ 25400 w 50800"/>
              <a:gd name="connsiteY2" fmla="*/ 0 h 1117600"/>
              <a:gd name="connisteX3" fmla="*/ 50800 w 50800"/>
              <a:gd name="connsiteY3" fmla="*/ 25400 h 1117600"/>
              <a:gd name="connisteX4" fmla="*/ 50800 w 50800"/>
              <a:gd name="connsiteY4" fmla="*/ 1092200 h 1117600"/>
              <a:gd name="connisteX5" fmla="*/ 25400 w 50800"/>
              <a:gd name="connsiteY5" fmla="*/ 1117600 h 1117600"/>
              <a:gd name="connisteX6" fmla="*/ 25400 w 50800"/>
              <a:gd name="connsiteY6" fmla="*/ 1117600 h 1117600"/>
              <a:gd name="connisteX7" fmla="*/ 0 w 50800"/>
              <a:gd name="connsiteY7" fmla="*/ 1092200 h 1117600"/>
              <a:gd name="connisteX8" fmla="*/ 0 w 50800"/>
              <a:gd name="connsiteY8" fmla="*/ 25400 h 111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1176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092200"/>
                </a:lnTo>
                <a:cubicBezTo>
                  <a:pt x="50800" y="1106228"/>
                  <a:pt x="39428" y="1117600"/>
                  <a:pt x="25400" y="1117600"/>
                </a:cubicBezTo>
                <a:lnTo>
                  <a:pt x="25400" y="1117600"/>
                </a:lnTo>
                <a:cubicBezTo>
                  <a:pt x="11372" y="1117600"/>
                  <a:pt x="0" y="1106228"/>
                  <a:pt x="0" y="10922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388" hasCustomPrompt="1"/>
            <p:custDataLst>
              <p:tags r:id="rId11"/>
            </p:custDataLst>
          </p:nvPr>
        </p:nvSpPr>
        <p:spPr>
          <a:xfrm>
            <a:off x="5410200" y="3403600"/>
            <a:ext cx="6172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9" hasCustomPrompt="1"/>
            <p:custDataLst>
              <p:tags r:id="rId12"/>
            </p:custDataLst>
          </p:nvPr>
        </p:nvSpPr>
        <p:spPr>
          <a:xfrm>
            <a:off x="5410200" y="3911600"/>
            <a:ext cx="61722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9" name="装饰  8"/>
          <p:cNvSpPr>
            <a:spLocks noGrp="1"/>
          </p:cNvSpPr>
          <p:nvPr>
            <p:ph type="body" idx="16395" hasCustomPrompt="1"/>
            <p:custDataLst>
              <p:tags r:id="rId13"/>
            </p:custDataLst>
          </p:nvPr>
        </p:nvSpPr>
        <p:spPr>
          <a:xfrm>
            <a:off x="5257800" y="5130800"/>
            <a:ext cx="50800" cy="1117600"/>
          </a:xfrm>
          <a:custGeom>
            <a:avLst/>
            <a:gdLst>
              <a:gd name="connisteX0" fmla="*/ 0 w 50800"/>
              <a:gd name="connsiteY0" fmla="*/ 25400 h 1117600"/>
              <a:gd name="connisteX1" fmla="*/ 25400 w 50800"/>
              <a:gd name="connsiteY1" fmla="*/ 0 h 1117600"/>
              <a:gd name="connisteX2" fmla="*/ 25400 w 50800"/>
              <a:gd name="connsiteY2" fmla="*/ 0 h 1117600"/>
              <a:gd name="connisteX3" fmla="*/ 50800 w 50800"/>
              <a:gd name="connsiteY3" fmla="*/ 25400 h 1117600"/>
              <a:gd name="connisteX4" fmla="*/ 50800 w 50800"/>
              <a:gd name="connsiteY4" fmla="*/ 1092200 h 1117600"/>
              <a:gd name="connisteX5" fmla="*/ 25400 w 50800"/>
              <a:gd name="connsiteY5" fmla="*/ 1117600 h 1117600"/>
              <a:gd name="connisteX6" fmla="*/ 25400 w 50800"/>
              <a:gd name="connsiteY6" fmla="*/ 1117600 h 1117600"/>
              <a:gd name="connisteX7" fmla="*/ 0 w 50800"/>
              <a:gd name="connsiteY7" fmla="*/ 1092200 h 1117600"/>
              <a:gd name="connisteX8" fmla="*/ 0 w 50800"/>
              <a:gd name="connsiteY8" fmla="*/ 25400 h 111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1176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092200"/>
                </a:lnTo>
                <a:cubicBezTo>
                  <a:pt x="50800" y="1106228"/>
                  <a:pt x="39428" y="1117600"/>
                  <a:pt x="25400" y="1117600"/>
                </a:cubicBezTo>
                <a:lnTo>
                  <a:pt x="25400" y="1117600"/>
                </a:lnTo>
                <a:cubicBezTo>
                  <a:pt x="11372" y="1117600"/>
                  <a:pt x="0" y="1106228"/>
                  <a:pt x="0" y="10922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0" name="文本占位符 19"/>
          <p:cNvSpPr>
            <a:spLocks noGrp="1"/>
          </p:cNvSpPr>
          <p:nvPr>
            <p:ph type="body" idx="16390" hasCustomPrompt="1"/>
            <p:custDataLst>
              <p:tags r:id="rId14"/>
            </p:custDataLst>
          </p:nvPr>
        </p:nvSpPr>
        <p:spPr>
          <a:xfrm>
            <a:off x="5410200" y="5130800"/>
            <a:ext cx="6172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1" name="文本占位符 20"/>
          <p:cNvSpPr>
            <a:spLocks noGrp="1"/>
          </p:cNvSpPr>
          <p:nvPr>
            <p:ph type="body" idx="16391" hasCustomPrompt="1"/>
            <p:custDataLst>
              <p:tags r:id="rId15"/>
            </p:custDataLst>
          </p:nvPr>
        </p:nvSpPr>
        <p:spPr>
          <a:xfrm>
            <a:off x="5410200" y="5638800"/>
            <a:ext cx="61722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2_18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3"/>
            <p:custDataLst>
              <p:tags r:id="rId3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2"/>
            <p:custDataLst>
              <p:tags r:id="rId4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0" name="装饰  9"/>
          <p:cNvSpPr>
            <a:spLocks noGrp="1"/>
          </p:cNvSpPr>
          <p:nvPr>
            <p:ph type="body" idx="16392" hasCustomPrompt="1"/>
            <p:custDataLst>
              <p:tags r:id="rId6"/>
            </p:custDataLst>
          </p:nvPr>
        </p:nvSpPr>
        <p:spPr>
          <a:xfrm>
            <a:off x="609600" y="3556000"/>
            <a:ext cx="3454400" cy="2692400"/>
          </a:xfrm>
          <a:custGeom>
            <a:avLst/>
            <a:gdLst>
              <a:gd name="connisteX0" fmla="*/ 0 w 3454400"/>
              <a:gd name="connsiteY0" fmla="*/ 0 h 2692400"/>
              <a:gd name="connisteX1" fmla="*/ 3454400 w 3454400"/>
              <a:gd name="connsiteY1" fmla="*/ 0 h 2692400"/>
              <a:gd name="connisteX2" fmla="*/ 3454400 w 3454400"/>
              <a:gd name="connsiteY2" fmla="*/ 2489200 h 2692400"/>
              <a:gd name="connisteX3" fmla="*/ 3251200 w 3454400"/>
              <a:gd name="connsiteY3" fmla="*/ 2692400 h 2692400"/>
              <a:gd name="connisteX4" fmla="*/ 203200 w 3454400"/>
              <a:gd name="connsiteY4" fmla="*/ 2692400 h 2692400"/>
              <a:gd name="connisteX5" fmla="*/ 0 w 3454400"/>
              <a:gd name="connsiteY5" fmla="*/ 2489200 h 2692400"/>
              <a:gd name="connisteX6" fmla="*/ 0 w 3454400"/>
              <a:gd name="connsiteY6" fmla="*/ 0 h 2692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692400">
                <a:moveTo>
                  <a:pt x="0" y="0"/>
                </a:moveTo>
                <a:lnTo>
                  <a:pt x="3454400" y="0"/>
                </a:lnTo>
                <a:lnTo>
                  <a:pt x="3454400" y="2489200"/>
                </a:lnTo>
                <a:cubicBezTo>
                  <a:pt x="3454400" y="2601424"/>
                  <a:pt x="3363424" y="2692400"/>
                  <a:pt x="3251200" y="2692400"/>
                </a:cubicBezTo>
                <a:lnTo>
                  <a:pt x="203200" y="2692400"/>
                </a:lnTo>
                <a:cubicBezTo>
                  <a:pt x="90976" y="2692400"/>
                  <a:pt x="0" y="2601424"/>
                  <a:pt x="0" y="2489200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1" name="图片占位符 10"/>
          <p:cNvSpPr>
            <a:spLocks noGrp="1"/>
          </p:cNvSpPr>
          <p:nvPr>
            <p:ph type="pic" idx="16393" hasCustomPrompt="1"/>
            <p:custDataLst>
              <p:tags r:id="rId7"/>
            </p:custDataLst>
          </p:nvPr>
        </p:nvSpPr>
        <p:spPr>
          <a:xfrm>
            <a:off x="609600" y="1524000"/>
            <a:ext cx="3454400" cy="2032000"/>
          </a:xfrm>
          <a:custGeom>
            <a:avLst/>
            <a:gdLst>
              <a:gd name="connisteX0" fmla="*/ 0 w 3454400"/>
              <a:gd name="connsiteY0" fmla="*/ 203200 h 2032000"/>
              <a:gd name="connisteX1" fmla="*/ 203200 w 3454400"/>
              <a:gd name="connsiteY1" fmla="*/ 0 h 2032000"/>
              <a:gd name="connisteX2" fmla="*/ 3251200 w 3454400"/>
              <a:gd name="connsiteY2" fmla="*/ 0 h 2032000"/>
              <a:gd name="connisteX3" fmla="*/ 3454400 w 3454400"/>
              <a:gd name="connsiteY3" fmla="*/ 203200 h 2032000"/>
              <a:gd name="connisteX4" fmla="*/ 3454400 w 3454400"/>
              <a:gd name="connsiteY4" fmla="*/ 2032000 h 2032000"/>
              <a:gd name="connisteX5" fmla="*/ 0 w 3454400"/>
              <a:gd name="connsiteY5" fmla="*/ 2032000 h 2032000"/>
              <a:gd name="connisteX6" fmla="*/ 0 w 3454400"/>
              <a:gd name="connsiteY6" fmla="*/ 20320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03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032000"/>
                </a:lnTo>
                <a:lnTo>
                  <a:pt x="0" y="2032000"/>
                </a:ln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2" name="文本占位符 11"/>
          <p:cNvSpPr>
            <a:spLocks noGrp="1"/>
          </p:cNvSpPr>
          <p:nvPr>
            <p:ph type="body" idx="16386" hasCustomPrompt="1"/>
            <p:custDataLst>
              <p:tags r:id="rId8"/>
            </p:custDataLst>
          </p:nvPr>
        </p:nvSpPr>
        <p:spPr>
          <a:xfrm>
            <a:off x="914400" y="37592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13" name="文本占位符 12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914400" y="4216400"/>
            <a:ext cx="28448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5" name="装饰  4"/>
          <p:cNvSpPr>
            <a:spLocks noGrp="1"/>
          </p:cNvSpPr>
          <p:nvPr>
            <p:ph type="body" idx="16394" hasCustomPrompt="1"/>
            <p:custDataLst>
              <p:tags r:id="rId10"/>
            </p:custDataLst>
          </p:nvPr>
        </p:nvSpPr>
        <p:spPr>
          <a:xfrm>
            <a:off x="4368800" y="3556000"/>
            <a:ext cx="3454400" cy="2692400"/>
          </a:xfrm>
          <a:custGeom>
            <a:avLst/>
            <a:gdLst>
              <a:gd name="connisteX0" fmla="*/ 0 w 3454400"/>
              <a:gd name="connsiteY0" fmla="*/ 0 h 2692400"/>
              <a:gd name="connisteX1" fmla="*/ 3454400 w 3454400"/>
              <a:gd name="connsiteY1" fmla="*/ 0 h 2692400"/>
              <a:gd name="connisteX2" fmla="*/ 3454400 w 3454400"/>
              <a:gd name="connsiteY2" fmla="*/ 2489200 h 2692400"/>
              <a:gd name="connisteX3" fmla="*/ 3251200 w 3454400"/>
              <a:gd name="connsiteY3" fmla="*/ 2692400 h 2692400"/>
              <a:gd name="connisteX4" fmla="*/ 203200 w 3454400"/>
              <a:gd name="connsiteY4" fmla="*/ 2692400 h 2692400"/>
              <a:gd name="connisteX5" fmla="*/ 0 w 3454400"/>
              <a:gd name="connsiteY5" fmla="*/ 2489200 h 2692400"/>
              <a:gd name="connisteX6" fmla="*/ 0 w 3454400"/>
              <a:gd name="connsiteY6" fmla="*/ 0 h 2692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692400">
                <a:moveTo>
                  <a:pt x="0" y="0"/>
                </a:moveTo>
                <a:lnTo>
                  <a:pt x="3454400" y="0"/>
                </a:lnTo>
                <a:lnTo>
                  <a:pt x="3454400" y="2489200"/>
                </a:lnTo>
                <a:cubicBezTo>
                  <a:pt x="3454400" y="2601424"/>
                  <a:pt x="3363424" y="2692400"/>
                  <a:pt x="3251200" y="2692400"/>
                </a:cubicBezTo>
                <a:lnTo>
                  <a:pt x="203200" y="2692400"/>
                </a:lnTo>
                <a:cubicBezTo>
                  <a:pt x="90976" y="2692400"/>
                  <a:pt x="0" y="2601424"/>
                  <a:pt x="0" y="248920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7" name="图片占位符 16"/>
          <p:cNvSpPr>
            <a:spLocks noGrp="1"/>
          </p:cNvSpPr>
          <p:nvPr>
            <p:ph type="pic" idx="16395" hasCustomPrompt="1"/>
            <p:custDataLst>
              <p:tags r:id="rId11"/>
            </p:custDataLst>
          </p:nvPr>
        </p:nvSpPr>
        <p:spPr>
          <a:xfrm>
            <a:off x="4368800" y="1524000"/>
            <a:ext cx="3454400" cy="2032000"/>
          </a:xfrm>
          <a:custGeom>
            <a:avLst/>
            <a:gdLst>
              <a:gd name="connisteX0" fmla="*/ 0 w 3454400"/>
              <a:gd name="connsiteY0" fmla="*/ 203200 h 2032000"/>
              <a:gd name="connisteX1" fmla="*/ 203200 w 3454400"/>
              <a:gd name="connsiteY1" fmla="*/ 0 h 2032000"/>
              <a:gd name="connisteX2" fmla="*/ 3251200 w 3454400"/>
              <a:gd name="connsiteY2" fmla="*/ 0 h 2032000"/>
              <a:gd name="connisteX3" fmla="*/ 3454400 w 3454400"/>
              <a:gd name="connsiteY3" fmla="*/ 203200 h 2032000"/>
              <a:gd name="connisteX4" fmla="*/ 3454400 w 3454400"/>
              <a:gd name="connsiteY4" fmla="*/ 2032000 h 2032000"/>
              <a:gd name="connisteX5" fmla="*/ 0 w 3454400"/>
              <a:gd name="connsiteY5" fmla="*/ 2032000 h 2032000"/>
              <a:gd name="connisteX6" fmla="*/ 0 w 3454400"/>
              <a:gd name="connsiteY6" fmla="*/ 20320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03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032000"/>
                </a:lnTo>
                <a:lnTo>
                  <a:pt x="0" y="2032000"/>
                </a:ln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8" hasCustomPrompt="1"/>
            <p:custDataLst>
              <p:tags r:id="rId12"/>
            </p:custDataLst>
          </p:nvPr>
        </p:nvSpPr>
        <p:spPr>
          <a:xfrm>
            <a:off x="4673600" y="37592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19" name="文本占位符 18"/>
          <p:cNvSpPr>
            <a:spLocks noGrp="1"/>
          </p:cNvSpPr>
          <p:nvPr>
            <p:ph type="body" idx="16389" hasCustomPrompt="1"/>
            <p:custDataLst>
              <p:tags r:id="rId13"/>
            </p:custDataLst>
          </p:nvPr>
        </p:nvSpPr>
        <p:spPr>
          <a:xfrm>
            <a:off x="4673600" y="4216400"/>
            <a:ext cx="28448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20" name="装饰  9"/>
          <p:cNvSpPr>
            <a:spLocks noGrp="1"/>
          </p:cNvSpPr>
          <p:nvPr>
            <p:ph type="body" idx="16396" hasCustomPrompt="1"/>
            <p:custDataLst>
              <p:tags r:id="rId14"/>
            </p:custDataLst>
          </p:nvPr>
        </p:nvSpPr>
        <p:spPr>
          <a:xfrm>
            <a:off x="8128000" y="3556000"/>
            <a:ext cx="3454400" cy="2692400"/>
          </a:xfrm>
          <a:custGeom>
            <a:avLst/>
            <a:gdLst>
              <a:gd name="connisteX0" fmla="*/ 0 w 3454400"/>
              <a:gd name="connsiteY0" fmla="*/ 0 h 2692400"/>
              <a:gd name="connisteX1" fmla="*/ 3454400 w 3454400"/>
              <a:gd name="connsiteY1" fmla="*/ 0 h 2692400"/>
              <a:gd name="connisteX2" fmla="*/ 3454400 w 3454400"/>
              <a:gd name="connsiteY2" fmla="*/ 2489200 h 2692400"/>
              <a:gd name="connisteX3" fmla="*/ 3251200 w 3454400"/>
              <a:gd name="connsiteY3" fmla="*/ 2692400 h 2692400"/>
              <a:gd name="connisteX4" fmla="*/ 203200 w 3454400"/>
              <a:gd name="connsiteY4" fmla="*/ 2692400 h 2692400"/>
              <a:gd name="connisteX5" fmla="*/ 0 w 3454400"/>
              <a:gd name="connsiteY5" fmla="*/ 2489200 h 2692400"/>
              <a:gd name="connisteX6" fmla="*/ 0 w 3454400"/>
              <a:gd name="connsiteY6" fmla="*/ 0 h 2692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692400">
                <a:moveTo>
                  <a:pt x="0" y="0"/>
                </a:moveTo>
                <a:lnTo>
                  <a:pt x="3454400" y="0"/>
                </a:lnTo>
                <a:lnTo>
                  <a:pt x="3454400" y="2489200"/>
                </a:lnTo>
                <a:cubicBezTo>
                  <a:pt x="3454400" y="2601424"/>
                  <a:pt x="3363424" y="2692400"/>
                  <a:pt x="3251200" y="2692400"/>
                </a:cubicBezTo>
                <a:lnTo>
                  <a:pt x="203200" y="2692400"/>
                </a:lnTo>
                <a:cubicBezTo>
                  <a:pt x="90976" y="2692400"/>
                  <a:pt x="0" y="2601424"/>
                  <a:pt x="0" y="2489200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1" name="图片占位符 20"/>
          <p:cNvSpPr>
            <a:spLocks noGrp="1"/>
          </p:cNvSpPr>
          <p:nvPr>
            <p:ph type="pic" idx="16397" hasCustomPrompt="1"/>
            <p:custDataLst>
              <p:tags r:id="rId15"/>
            </p:custDataLst>
          </p:nvPr>
        </p:nvSpPr>
        <p:spPr>
          <a:xfrm>
            <a:off x="8128000" y="1524000"/>
            <a:ext cx="3454400" cy="2032000"/>
          </a:xfrm>
          <a:custGeom>
            <a:avLst/>
            <a:gdLst>
              <a:gd name="connisteX0" fmla="*/ 0 w 3454400"/>
              <a:gd name="connsiteY0" fmla="*/ 203200 h 2032000"/>
              <a:gd name="connisteX1" fmla="*/ 203200 w 3454400"/>
              <a:gd name="connsiteY1" fmla="*/ 0 h 2032000"/>
              <a:gd name="connisteX2" fmla="*/ 3251200 w 3454400"/>
              <a:gd name="connsiteY2" fmla="*/ 0 h 2032000"/>
              <a:gd name="connisteX3" fmla="*/ 3454400 w 3454400"/>
              <a:gd name="connsiteY3" fmla="*/ 203200 h 2032000"/>
              <a:gd name="connisteX4" fmla="*/ 3454400 w 3454400"/>
              <a:gd name="connsiteY4" fmla="*/ 2032000 h 2032000"/>
              <a:gd name="connisteX5" fmla="*/ 0 w 3454400"/>
              <a:gd name="connsiteY5" fmla="*/ 2032000 h 2032000"/>
              <a:gd name="connisteX6" fmla="*/ 0 w 3454400"/>
              <a:gd name="connsiteY6" fmla="*/ 20320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03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032000"/>
                </a:lnTo>
                <a:lnTo>
                  <a:pt x="0" y="2032000"/>
                </a:ln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22" name="文本占位符 21"/>
          <p:cNvSpPr>
            <a:spLocks noGrp="1"/>
          </p:cNvSpPr>
          <p:nvPr>
            <p:ph type="body" idx="16390" hasCustomPrompt="1"/>
            <p:custDataLst>
              <p:tags r:id="rId16"/>
            </p:custDataLst>
          </p:nvPr>
        </p:nvSpPr>
        <p:spPr>
          <a:xfrm>
            <a:off x="8432800" y="37592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23" name="文本占位符 22"/>
          <p:cNvSpPr>
            <a:spLocks noGrp="1"/>
          </p:cNvSpPr>
          <p:nvPr>
            <p:ph type="body" idx="16391" hasCustomPrompt="1"/>
            <p:custDataLst>
              <p:tags r:id="rId17"/>
            </p:custDataLst>
          </p:nvPr>
        </p:nvSpPr>
        <p:spPr>
          <a:xfrm>
            <a:off x="8432800" y="4216400"/>
            <a:ext cx="28448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42_16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3"/>
            <p:custDataLst>
              <p:tags r:id="rId3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2"/>
            <p:custDataLst>
              <p:tags r:id="rId4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0" name="内容占位符 9"/>
          <p:cNvSpPr>
            <a:spLocks noGrp="1"/>
          </p:cNvSpPr>
          <p:nvPr>
            <p:ph idx="16392" hasCustomPrompt="1"/>
            <p:custDataLst>
              <p:tags r:id="rId6"/>
            </p:custDataLst>
          </p:nvPr>
        </p:nvSpPr>
        <p:spPr>
          <a:xfrm>
            <a:off x="609600" y="1524000"/>
            <a:ext cx="10972800" cy="2540000"/>
          </a:xfrm>
          <a:custGeom>
            <a:avLst/>
            <a:gdLst>
              <a:gd name="connisteX0" fmla="*/ 0 w 10972800"/>
              <a:gd name="connsiteY0" fmla="*/ 203200 h 2540000"/>
              <a:gd name="connisteX1" fmla="*/ 203200 w 10972800"/>
              <a:gd name="connsiteY1" fmla="*/ 0 h 2540000"/>
              <a:gd name="connisteX2" fmla="*/ 10769600 w 10972800"/>
              <a:gd name="connsiteY2" fmla="*/ 0 h 2540000"/>
              <a:gd name="connisteX3" fmla="*/ 10972800 w 10972800"/>
              <a:gd name="connsiteY3" fmla="*/ 203200 h 2540000"/>
              <a:gd name="connisteX4" fmla="*/ 10972800 w 10972800"/>
              <a:gd name="connsiteY4" fmla="*/ 2336800 h 2540000"/>
              <a:gd name="connisteX5" fmla="*/ 10769600 w 10972800"/>
              <a:gd name="connsiteY5" fmla="*/ 2540000 h 2540000"/>
              <a:gd name="connisteX6" fmla="*/ 203200 w 10972800"/>
              <a:gd name="connsiteY6" fmla="*/ 2540000 h 2540000"/>
              <a:gd name="connisteX7" fmla="*/ 0 w 10972800"/>
              <a:gd name="connsiteY7" fmla="*/ 2336800 h 2540000"/>
              <a:gd name="connisteX8" fmla="*/ 0 w 10972800"/>
              <a:gd name="connsiteY8" fmla="*/ 203200 h 2540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0972800" h="2540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2336800"/>
                </a:lnTo>
                <a:cubicBezTo>
                  <a:pt x="10972800" y="2449024"/>
                  <a:pt x="10881824" y="2540000"/>
                  <a:pt x="10769600" y="2540000"/>
                </a:cubicBezTo>
                <a:lnTo>
                  <a:pt x="203200" y="2540000"/>
                </a:lnTo>
                <a:cubicBezTo>
                  <a:pt x="90976" y="2540000"/>
                  <a:pt x="0" y="2449024"/>
                  <a:pt x="0" y="23368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1" name="装饰  0"/>
          <p:cNvSpPr>
            <a:spLocks noGrp="1"/>
          </p:cNvSpPr>
          <p:nvPr>
            <p:ph type="body" idx="16393" hasCustomPrompt="1"/>
            <p:custDataLst>
              <p:tags r:id="rId7"/>
            </p:custDataLst>
          </p:nvPr>
        </p:nvSpPr>
        <p:spPr>
          <a:xfrm>
            <a:off x="609600" y="4521200"/>
            <a:ext cx="50800" cy="1727200"/>
          </a:xfrm>
          <a:custGeom>
            <a:avLst/>
            <a:gdLst>
              <a:gd name="connisteX0" fmla="*/ 0 w 50800"/>
              <a:gd name="connsiteY0" fmla="*/ 25400 h 1727200"/>
              <a:gd name="connisteX1" fmla="*/ 25400 w 50800"/>
              <a:gd name="connsiteY1" fmla="*/ 0 h 1727200"/>
              <a:gd name="connisteX2" fmla="*/ 25400 w 50800"/>
              <a:gd name="connsiteY2" fmla="*/ 0 h 1727200"/>
              <a:gd name="connisteX3" fmla="*/ 50800 w 50800"/>
              <a:gd name="connsiteY3" fmla="*/ 25400 h 1727200"/>
              <a:gd name="connisteX4" fmla="*/ 50800 w 50800"/>
              <a:gd name="connsiteY4" fmla="*/ 1701800 h 1727200"/>
              <a:gd name="connisteX5" fmla="*/ 25400 w 50800"/>
              <a:gd name="connsiteY5" fmla="*/ 1727200 h 1727200"/>
              <a:gd name="connisteX6" fmla="*/ 25400 w 50800"/>
              <a:gd name="connsiteY6" fmla="*/ 1727200 h 1727200"/>
              <a:gd name="connisteX7" fmla="*/ 0 w 50800"/>
              <a:gd name="connsiteY7" fmla="*/ 1701800 h 1727200"/>
              <a:gd name="connisteX8" fmla="*/ 0 w 50800"/>
              <a:gd name="connsiteY8" fmla="*/ 25400 h 1727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7272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701800"/>
                </a:lnTo>
                <a:cubicBezTo>
                  <a:pt x="50800" y="1715828"/>
                  <a:pt x="39428" y="1727200"/>
                  <a:pt x="25400" y="1727200"/>
                </a:cubicBezTo>
                <a:lnTo>
                  <a:pt x="25400" y="1727200"/>
                </a:lnTo>
                <a:cubicBezTo>
                  <a:pt x="11372" y="1727200"/>
                  <a:pt x="0" y="1715828"/>
                  <a:pt x="0" y="17018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2" name="文本占位符 11"/>
          <p:cNvSpPr>
            <a:spLocks noGrp="1"/>
          </p:cNvSpPr>
          <p:nvPr>
            <p:ph type="body" idx="16386" hasCustomPrompt="1"/>
            <p:custDataLst>
              <p:tags r:id="rId8"/>
            </p:custDataLst>
          </p:nvPr>
        </p:nvSpPr>
        <p:spPr>
          <a:xfrm>
            <a:off x="762000" y="4521200"/>
            <a:ext cx="3098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3" name="文本占位符 12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762000" y="5029200"/>
            <a:ext cx="30988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5" name="装饰  4"/>
          <p:cNvSpPr>
            <a:spLocks noGrp="1"/>
          </p:cNvSpPr>
          <p:nvPr>
            <p:ph type="body" idx="16394" hasCustomPrompt="1"/>
            <p:custDataLst>
              <p:tags r:id="rId10"/>
            </p:custDataLst>
          </p:nvPr>
        </p:nvSpPr>
        <p:spPr>
          <a:xfrm>
            <a:off x="4470400" y="4521200"/>
            <a:ext cx="50800" cy="1727200"/>
          </a:xfrm>
          <a:custGeom>
            <a:avLst/>
            <a:gdLst>
              <a:gd name="connisteX0" fmla="*/ 0 w 50800"/>
              <a:gd name="connsiteY0" fmla="*/ 25400 h 1727200"/>
              <a:gd name="connisteX1" fmla="*/ 25400 w 50800"/>
              <a:gd name="connsiteY1" fmla="*/ 0 h 1727200"/>
              <a:gd name="connisteX2" fmla="*/ 25400 w 50800"/>
              <a:gd name="connsiteY2" fmla="*/ 0 h 1727200"/>
              <a:gd name="connisteX3" fmla="*/ 50800 w 50800"/>
              <a:gd name="connsiteY3" fmla="*/ 25400 h 1727200"/>
              <a:gd name="connisteX4" fmla="*/ 50800 w 50800"/>
              <a:gd name="connsiteY4" fmla="*/ 1701800 h 1727200"/>
              <a:gd name="connisteX5" fmla="*/ 25400 w 50800"/>
              <a:gd name="connsiteY5" fmla="*/ 1727200 h 1727200"/>
              <a:gd name="connisteX6" fmla="*/ 25400 w 50800"/>
              <a:gd name="connsiteY6" fmla="*/ 1727200 h 1727200"/>
              <a:gd name="connisteX7" fmla="*/ 0 w 50800"/>
              <a:gd name="connsiteY7" fmla="*/ 1701800 h 1727200"/>
              <a:gd name="connisteX8" fmla="*/ 0 w 50800"/>
              <a:gd name="connsiteY8" fmla="*/ 25400 h 1727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7272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701800"/>
                </a:lnTo>
                <a:cubicBezTo>
                  <a:pt x="50800" y="1715828"/>
                  <a:pt x="39428" y="1727200"/>
                  <a:pt x="25400" y="1727200"/>
                </a:cubicBezTo>
                <a:lnTo>
                  <a:pt x="25400" y="1727200"/>
                </a:lnTo>
                <a:cubicBezTo>
                  <a:pt x="11372" y="1727200"/>
                  <a:pt x="0" y="1715828"/>
                  <a:pt x="0" y="17018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388" hasCustomPrompt="1"/>
            <p:custDataLst>
              <p:tags r:id="rId11"/>
            </p:custDataLst>
          </p:nvPr>
        </p:nvSpPr>
        <p:spPr>
          <a:xfrm>
            <a:off x="4622800" y="4521200"/>
            <a:ext cx="3098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9" hasCustomPrompt="1"/>
            <p:custDataLst>
              <p:tags r:id="rId12"/>
            </p:custDataLst>
          </p:nvPr>
        </p:nvSpPr>
        <p:spPr>
          <a:xfrm>
            <a:off x="4622800" y="5029200"/>
            <a:ext cx="30988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9" name="装饰  8"/>
          <p:cNvSpPr>
            <a:spLocks noGrp="1"/>
          </p:cNvSpPr>
          <p:nvPr>
            <p:ph type="body" idx="16395" hasCustomPrompt="1"/>
            <p:custDataLst>
              <p:tags r:id="rId13"/>
            </p:custDataLst>
          </p:nvPr>
        </p:nvSpPr>
        <p:spPr>
          <a:xfrm>
            <a:off x="8331200" y="4521200"/>
            <a:ext cx="50800" cy="1727200"/>
          </a:xfrm>
          <a:custGeom>
            <a:avLst/>
            <a:gdLst>
              <a:gd name="connisteX0" fmla="*/ 0 w 50800"/>
              <a:gd name="connsiteY0" fmla="*/ 25400 h 1727200"/>
              <a:gd name="connisteX1" fmla="*/ 25400 w 50800"/>
              <a:gd name="connsiteY1" fmla="*/ 0 h 1727200"/>
              <a:gd name="connisteX2" fmla="*/ 25400 w 50800"/>
              <a:gd name="connsiteY2" fmla="*/ 0 h 1727200"/>
              <a:gd name="connisteX3" fmla="*/ 50800 w 50800"/>
              <a:gd name="connsiteY3" fmla="*/ 25400 h 1727200"/>
              <a:gd name="connisteX4" fmla="*/ 50800 w 50800"/>
              <a:gd name="connsiteY4" fmla="*/ 1701800 h 1727200"/>
              <a:gd name="connisteX5" fmla="*/ 25400 w 50800"/>
              <a:gd name="connsiteY5" fmla="*/ 1727200 h 1727200"/>
              <a:gd name="connisteX6" fmla="*/ 25400 w 50800"/>
              <a:gd name="connsiteY6" fmla="*/ 1727200 h 1727200"/>
              <a:gd name="connisteX7" fmla="*/ 0 w 50800"/>
              <a:gd name="connsiteY7" fmla="*/ 1701800 h 1727200"/>
              <a:gd name="connisteX8" fmla="*/ 0 w 50800"/>
              <a:gd name="connsiteY8" fmla="*/ 25400 h 1727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7272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701800"/>
                </a:lnTo>
                <a:cubicBezTo>
                  <a:pt x="50800" y="1715828"/>
                  <a:pt x="39428" y="1727200"/>
                  <a:pt x="25400" y="1727200"/>
                </a:cubicBezTo>
                <a:lnTo>
                  <a:pt x="25400" y="1727200"/>
                </a:lnTo>
                <a:cubicBezTo>
                  <a:pt x="11372" y="1727200"/>
                  <a:pt x="0" y="1715828"/>
                  <a:pt x="0" y="17018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0" name="文本占位符 19"/>
          <p:cNvSpPr>
            <a:spLocks noGrp="1"/>
          </p:cNvSpPr>
          <p:nvPr>
            <p:ph type="body" idx="16390" hasCustomPrompt="1"/>
            <p:custDataLst>
              <p:tags r:id="rId14"/>
            </p:custDataLst>
          </p:nvPr>
        </p:nvSpPr>
        <p:spPr>
          <a:xfrm>
            <a:off x="8483600" y="4521200"/>
            <a:ext cx="3098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1" name="文本占位符 20"/>
          <p:cNvSpPr>
            <a:spLocks noGrp="1"/>
          </p:cNvSpPr>
          <p:nvPr>
            <p:ph type="body" idx="16391" hasCustomPrompt="1"/>
            <p:custDataLst>
              <p:tags r:id="rId15"/>
            </p:custDataLst>
          </p:nvPr>
        </p:nvSpPr>
        <p:spPr>
          <a:xfrm>
            <a:off x="8483600" y="5029200"/>
            <a:ext cx="30988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10007_18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3"/>
            <p:custDataLst>
              <p:tags r:id="rId3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2"/>
            <p:custDataLst>
              <p:tags r:id="rId4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idx="16386" hasCustomPrompt="1"/>
            <p:custDataLst>
              <p:tags r:id="rId6"/>
            </p:custDataLst>
          </p:nvPr>
        </p:nvSpPr>
        <p:spPr>
          <a:xfrm>
            <a:off x="609600" y="1778000"/>
            <a:ext cx="3251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1" name="文本占位符 10"/>
          <p:cNvSpPr>
            <a:spLocks noGrp="1"/>
          </p:cNvSpPr>
          <p:nvPr>
            <p:ph type="body" idx="16387" hasCustomPrompt="1"/>
            <p:custDataLst>
              <p:tags r:id="rId7"/>
            </p:custDataLst>
          </p:nvPr>
        </p:nvSpPr>
        <p:spPr>
          <a:xfrm>
            <a:off x="609600" y="2336800"/>
            <a:ext cx="3251200" cy="3657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2" name="文本占位符 11"/>
          <p:cNvSpPr>
            <a:spLocks noGrp="1"/>
          </p:cNvSpPr>
          <p:nvPr>
            <p:ph type="body" idx="16388" hasCustomPrompt="1"/>
            <p:custDataLst>
              <p:tags r:id="rId8"/>
            </p:custDataLst>
          </p:nvPr>
        </p:nvSpPr>
        <p:spPr>
          <a:xfrm>
            <a:off x="4470400" y="1778000"/>
            <a:ext cx="3251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3" name="文本占位符 12"/>
          <p:cNvSpPr>
            <a:spLocks noGrp="1"/>
          </p:cNvSpPr>
          <p:nvPr>
            <p:ph type="body" idx="16389" hasCustomPrompt="1"/>
            <p:custDataLst>
              <p:tags r:id="rId9"/>
            </p:custDataLst>
          </p:nvPr>
        </p:nvSpPr>
        <p:spPr>
          <a:xfrm>
            <a:off x="4470400" y="2336800"/>
            <a:ext cx="3251200" cy="3657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90" hasCustomPrompt="1"/>
            <p:custDataLst>
              <p:tags r:id="rId10"/>
            </p:custDataLst>
          </p:nvPr>
        </p:nvSpPr>
        <p:spPr>
          <a:xfrm>
            <a:off x="8331200" y="1778000"/>
            <a:ext cx="3251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391" hasCustomPrompt="1"/>
            <p:custDataLst>
              <p:tags r:id="rId11"/>
            </p:custDataLst>
          </p:nvPr>
        </p:nvSpPr>
        <p:spPr>
          <a:xfrm>
            <a:off x="8331200" y="2336800"/>
            <a:ext cx="3251200" cy="3657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10003_17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3"/>
            <p:custDataLst>
              <p:tags r:id="rId3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2"/>
            <p:custDataLst>
              <p:tags r:id="rId4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idx="16386" hasCustomPrompt="1"/>
            <p:custDataLst>
              <p:tags r:id="rId6"/>
            </p:custDataLst>
          </p:nvPr>
        </p:nvSpPr>
        <p:spPr>
          <a:xfrm>
            <a:off x="609600" y="1524000"/>
            <a:ext cx="345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buNone/>
              <a:defRPr sz="2400" b="0" spc="0">
                <a:solidFill>
                  <a:schemeClr val="tx1"/>
                </a:solidFill>
              </a:defRPr>
            </a:lvl1pPr>
            <a:lvl5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1" name="装饰  0"/>
          <p:cNvSpPr>
            <a:spLocks noGrp="1"/>
          </p:cNvSpPr>
          <p:nvPr>
            <p:ph type="body" idx="16392" hasCustomPrompt="1"/>
            <p:custDataLst>
              <p:tags r:id="rId7"/>
            </p:custDataLst>
          </p:nvPr>
        </p:nvSpPr>
        <p:spPr>
          <a:xfrm>
            <a:off x="609600" y="2082800"/>
            <a:ext cx="3454400" cy="4165600"/>
          </a:xfrm>
          <a:custGeom>
            <a:avLst/>
            <a:gdLst>
              <a:gd name="connisteX0" fmla="*/ 0 w 3454400"/>
              <a:gd name="connsiteY0" fmla="*/ 203200 h 4165600"/>
              <a:gd name="connisteX1" fmla="*/ 203200 w 3454400"/>
              <a:gd name="connsiteY1" fmla="*/ 0 h 4165600"/>
              <a:gd name="connisteX2" fmla="*/ 3251200 w 3454400"/>
              <a:gd name="connsiteY2" fmla="*/ 0 h 4165600"/>
              <a:gd name="connisteX3" fmla="*/ 3454400 w 3454400"/>
              <a:gd name="connsiteY3" fmla="*/ 203200 h 4165600"/>
              <a:gd name="connisteX4" fmla="*/ 3454400 w 3454400"/>
              <a:gd name="connsiteY4" fmla="*/ 3962400 h 4165600"/>
              <a:gd name="connisteX5" fmla="*/ 3251200 w 3454400"/>
              <a:gd name="connsiteY5" fmla="*/ 4165600 h 4165600"/>
              <a:gd name="connisteX6" fmla="*/ 203200 w 3454400"/>
              <a:gd name="connsiteY6" fmla="*/ 4165600 h 4165600"/>
              <a:gd name="connisteX7" fmla="*/ 0 w 3454400"/>
              <a:gd name="connsiteY7" fmla="*/ 3962400 h 4165600"/>
              <a:gd name="connisteX8" fmla="*/ 0 w 3454400"/>
              <a:gd name="connsiteY8" fmla="*/ 203200 h 4165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41656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3962400"/>
                </a:lnTo>
                <a:cubicBezTo>
                  <a:pt x="3454400" y="4074624"/>
                  <a:pt x="3363424" y="4165600"/>
                  <a:pt x="3251200" y="4165600"/>
                </a:cubicBezTo>
                <a:lnTo>
                  <a:pt x="203200" y="4165600"/>
                </a:lnTo>
                <a:cubicBezTo>
                  <a:pt x="90976" y="4165600"/>
                  <a:pt x="0" y="4074624"/>
                  <a:pt x="0" y="39624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 marL="0" indent="0">
              <a:buNone/>
              <a:defRPr/>
            </a:lvl5pPr>
          </a:lstStyle>
          <a:p>
            <a:pPr lvl="4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2" name="文本占位符 11"/>
          <p:cNvSpPr>
            <a:spLocks noGrp="1"/>
          </p:cNvSpPr>
          <p:nvPr>
            <p:ph type="body" idx="16387" hasCustomPrompt="1"/>
            <p:custDataLst>
              <p:tags r:id="rId8"/>
            </p:custDataLst>
          </p:nvPr>
        </p:nvSpPr>
        <p:spPr>
          <a:xfrm>
            <a:off x="914400" y="2641600"/>
            <a:ext cx="2844800" cy="3048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buNone/>
              <a:defRPr sz="16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3" name="文本占位符 12"/>
          <p:cNvSpPr>
            <a:spLocks noGrp="1"/>
          </p:cNvSpPr>
          <p:nvPr>
            <p:ph type="body" idx="16388" hasCustomPrompt="1"/>
            <p:custDataLst>
              <p:tags r:id="rId9"/>
            </p:custDataLst>
          </p:nvPr>
        </p:nvSpPr>
        <p:spPr>
          <a:xfrm>
            <a:off x="4368800" y="1524000"/>
            <a:ext cx="345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buNone/>
              <a:defRPr sz="2400" b="0" spc="0">
                <a:solidFill>
                  <a:schemeClr val="tx1"/>
                </a:solidFill>
              </a:defRPr>
            </a:lvl1pPr>
            <a:lvl5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5" name="装饰  4"/>
          <p:cNvSpPr>
            <a:spLocks noGrp="1"/>
          </p:cNvSpPr>
          <p:nvPr>
            <p:ph type="body" idx="16393" hasCustomPrompt="1"/>
            <p:custDataLst>
              <p:tags r:id="rId10"/>
            </p:custDataLst>
          </p:nvPr>
        </p:nvSpPr>
        <p:spPr>
          <a:xfrm>
            <a:off x="4368800" y="2082800"/>
            <a:ext cx="3454400" cy="4165600"/>
          </a:xfrm>
          <a:custGeom>
            <a:avLst/>
            <a:gdLst>
              <a:gd name="connisteX0" fmla="*/ 0 w 3454400"/>
              <a:gd name="connsiteY0" fmla="*/ 203200 h 4165600"/>
              <a:gd name="connisteX1" fmla="*/ 203200 w 3454400"/>
              <a:gd name="connsiteY1" fmla="*/ 0 h 4165600"/>
              <a:gd name="connisteX2" fmla="*/ 3251200 w 3454400"/>
              <a:gd name="connsiteY2" fmla="*/ 0 h 4165600"/>
              <a:gd name="connisteX3" fmla="*/ 3454400 w 3454400"/>
              <a:gd name="connsiteY3" fmla="*/ 203200 h 4165600"/>
              <a:gd name="connisteX4" fmla="*/ 3454400 w 3454400"/>
              <a:gd name="connsiteY4" fmla="*/ 3962400 h 4165600"/>
              <a:gd name="connisteX5" fmla="*/ 3251200 w 3454400"/>
              <a:gd name="connsiteY5" fmla="*/ 4165600 h 4165600"/>
              <a:gd name="connisteX6" fmla="*/ 203200 w 3454400"/>
              <a:gd name="connsiteY6" fmla="*/ 4165600 h 4165600"/>
              <a:gd name="connisteX7" fmla="*/ 0 w 3454400"/>
              <a:gd name="connsiteY7" fmla="*/ 3962400 h 4165600"/>
              <a:gd name="connisteX8" fmla="*/ 0 w 3454400"/>
              <a:gd name="connsiteY8" fmla="*/ 203200 h 4165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41656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3962400"/>
                </a:lnTo>
                <a:cubicBezTo>
                  <a:pt x="3454400" y="4074624"/>
                  <a:pt x="3363424" y="4165600"/>
                  <a:pt x="3251200" y="4165600"/>
                </a:cubicBezTo>
                <a:lnTo>
                  <a:pt x="203200" y="4165600"/>
                </a:lnTo>
                <a:cubicBezTo>
                  <a:pt x="90976" y="4165600"/>
                  <a:pt x="0" y="4074624"/>
                  <a:pt x="0" y="39624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 marL="0" indent="0">
              <a:buNone/>
              <a:defRPr/>
            </a:lvl5pPr>
          </a:lstStyle>
          <a:p>
            <a:pPr lvl="4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389" hasCustomPrompt="1"/>
            <p:custDataLst>
              <p:tags r:id="rId11"/>
            </p:custDataLst>
          </p:nvPr>
        </p:nvSpPr>
        <p:spPr>
          <a:xfrm>
            <a:off x="4673600" y="2641600"/>
            <a:ext cx="2844800" cy="3048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buNone/>
              <a:defRPr sz="16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8" name="文本占位符 17"/>
          <p:cNvSpPr>
            <a:spLocks noGrp="1"/>
          </p:cNvSpPr>
          <p:nvPr>
            <p:ph type="body" idx="16390" hasCustomPrompt="1"/>
            <p:custDataLst>
              <p:tags r:id="rId12"/>
            </p:custDataLst>
          </p:nvPr>
        </p:nvSpPr>
        <p:spPr>
          <a:xfrm>
            <a:off x="8128000" y="1524000"/>
            <a:ext cx="345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buNone/>
              <a:defRPr sz="2400" b="0" spc="0">
                <a:solidFill>
                  <a:schemeClr val="tx1"/>
                </a:solidFill>
              </a:defRPr>
            </a:lvl1pPr>
            <a:lvl5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9" name="装饰  8"/>
          <p:cNvSpPr>
            <a:spLocks noGrp="1"/>
          </p:cNvSpPr>
          <p:nvPr>
            <p:ph type="body" idx="16394" hasCustomPrompt="1"/>
            <p:custDataLst>
              <p:tags r:id="rId13"/>
            </p:custDataLst>
          </p:nvPr>
        </p:nvSpPr>
        <p:spPr>
          <a:xfrm>
            <a:off x="8128000" y="2082800"/>
            <a:ext cx="3454400" cy="4165600"/>
          </a:xfrm>
          <a:custGeom>
            <a:avLst/>
            <a:gdLst>
              <a:gd name="connisteX0" fmla="*/ 0 w 3454400"/>
              <a:gd name="connsiteY0" fmla="*/ 203200 h 4165600"/>
              <a:gd name="connisteX1" fmla="*/ 203200 w 3454400"/>
              <a:gd name="connsiteY1" fmla="*/ 0 h 4165600"/>
              <a:gd name="connisteX2" fmla="*/ 3251200 w 3454400"/>
              <a:gd name="connsiteY2" fmla="*/ 0 h 4165600"/>
              <a:gd name="connisteX3" fmla="*/ 3454400 w 3454400"/>
              <a:gd name="connsiteY3" fmla="*/ 203200 h 4165600"/>
              <a:gd name="connisteX4" fmla="*/ 3454400 w 3454400"/>
              <a:gd name="connsiteY4" fmla="*/ 3962400 h 4165600"/>
              <a:gd name="connisteX5" fmla="*/ 3251200 w 3454400"/>
              <a:gd name="connsiteY5" fmla="*/ 4165600 h 4165600"/>
              <a:gd name="connisteX6" fmla="*/ 203200 w 3454400"/>
              <a:gd name="connsiteY6" fmla="*/ 4165600 h 4165600"/>
              <a:gd name="connisteX7" fmla="*/ 0 w 3454400"/>
              <a:gd name="connsiteY7" fmla="*/ 3962400 h 4165600"/>
              <a:gd name="connisteX8" fmla="*/ 0 w 3454400"/>
              <a:gd name="connsiteY8" fmla="*/ 203200 h 4165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41656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3962400"/>
                </a:lnTo>
                <a:cubicBezTo>
                  <a:pt x="3454400" y="4074624"/>
                  <a:pt x="3363424" y="4165600"/>
                  <a:pt x="3251200" y="4165600"/>
                </a:cubicBezTo>
                <a:lnTo>
                  <a:pt x="203200" y="4165600"/>
                </a:lnTo>
                <a:cubicBezTo>
                  <a:pt x="90976" y="4165600"/>
                  <a:pt x="0" y="4074624"/>
                  <a:pt x="0" y="39624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 marL="0" indent="0">
              <a:buNone/>
              <a:defRPr/>
            </a:lvl5pPr>
          </a:lstStyle>
          <a:p>
            <a:pPr lvl="4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0" name="文本占位符 19"/>
          <p:cNvSpPr>
            <a:spLocks noGrp="1"/>
          </p:cNvSpPr>
          <p:nvPr>
            <p:ph type="body" idx="16391" hasCustomPrompt="1"/>
            <p:custDataLst>
              <p:tags r:id="rId14"/>
            </p:custDataLst>
          </p:nvPr>
        </p:nvSpPr>
        <p:spPr>
          <a:xfrm>
            <a:off x="8432800" y="2641600"/>
            <a:ext cx="2844800" cy="3048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buNone/>
              <a:defRPr sz="16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10004_16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3"/>
            <p:custDataLst>
              <p:tags r:id="rId3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2"/>
            <p:custDataLst>
              <p:tags r:id="rId4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0" name="装饰  9"/>
          <p:cNvSpPr>
            <a:spLocks noGrp="1"/>
          </p:cNvSpPr>
          <p:nvPr>
            <p:ph type="body" idx="16392" hasCustomPrompt="1"/>
            <p:custDataLst>
              <p:tags r:id="rId6"/>
            </p:custDataLst>
          </p:nvPr>
        </p:nvSpPr>
        <p:spPr>
          <a:xfrm>
            <a:off x="609600" y="1727200"/>
            <a:ext cx="3454400" cy="4318000"/>
          </a:xfrm>
          <a:custGeom>
            <a:avLst/>
            <a:gdLst>
              <a:gd name="connisteX0" fmla="*/ 0 w 3454400"/>
              <a:gd name="connsiteY0" fmla="*/ 203200 h 4318000"/>
              <a:gd name="connisteX1" fmla="*/ 203200 w 3454400"/>
              <a:gd name="connsiteY1" fmla="*/ 0 h 4318000"/>
              <a:gd name="connisteX2" fmla="*/ 3251200 w 3454400"/>
              <a:gd name="connsiteY2" fmla="*/ 0 h 4318000"/>
              <a:gd name="connisteX3" fmla="*/ 3454400 w 3454400"/>
              <a:gd name="connsiteY3" fmla="*/ 203200 h 4318000"/>
              <a:gd name="connisteX4" fmla="*/ 3454400 w 3454400"/>
              <a:gd name="connsiteY4" fmla="*/ 4114800 h 4318000"/>
              <a:gd name="connisteX5" fmla="*/ 3251200 w 3454400"/>
              <a:gd name="connsiteY5" fmla="*/ 4318000 h 4318000"/>
              <a:gd name="connisteX6" fmla="*/ 203200 w 3454400"/>
              <a:gd name="connsiteY6" fmla="*/ 4318000 h 4318000"/>
              <a:gd name="connisteX7" fmla="*/ 0 w 3454400"/>
              <a:gd name="connsiteY7" fmla="*/ 4114800 h 4318000"/>
              <a:gd name="connisteX8" fmla="*/ 0 w 3454400"/>
              <a:gd name="connsiteY8" fmla="*/ 203200 h 4318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4318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4114800"/>
                </a:lnTo>
                <a:cubicBezTo>
                  <a:pt x="3454400" y="4227024"/>
                  <a:pt x="3363424" y="4318000"/>
                  <a:pt x="3251200" y="4318000"/>
                </a:cubicBezTo>
                <a:lnTo>
                  <a:pt x="203200" y="4318000"/>
                </a:lnTo>
                <a:cubicBezTo>
                  <a:pt x="90976" y="4318000"/>
                  <a:pt x="0" y="4227024"/>
                  <a:pt x="0" y="41148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1" name="文本占位符 10"/>
          <p:cNvSpPr>
            <a:spLocks noGrp="1"/>
          </p:cNvSpPr>
          <p:nvPr>
            <p:ph type="body" idx="16386" hasCustomPrompt="1"/>
            <p:custDataLst>
              <p:tags r:id="rId7"/>
            </p:custDataLst>
          </p:nvPr>
        </p:nvSpPr>
        <p:spPr>
          <a:xfrm>
            <a:off x="914400" y="23876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12" name="文本占位符 11"/>
          <p:cNvSpPr>
            <a:spLocks noGrp="1"/>
          </p:cNvSpPr>
          <p:nvPr>
            <p:ph type="body" idx="16387" hasCustomPrompt="1"/>
            <p:custDataLst>
              <p:tags r:id="rId8"/>
            </p:custDataLst>
          </p:nvPr>
        </p:nvSpPr>
        <p:spPr>
          <a:xfrm>
            <a:off x="914400" y="2946400"/>
            <a:ext cx="2844800" cy="2438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3" name="装饰  2"/>
          <p:cNvSpPr>
            <a:spLocks noGrp="1"/>
          </p:cNvSpPr>
          <p:nvPr>
            <p:ph type="body" idx="16393" hasCustomPrompt="1"/>
            <p:custDataLst>
              <p:tags r:id="rId9"/>
            </p:custDataLst>
          </p:nvPr>
        </p:nvSpPr>
        <p:spPr>
          <a:xfrm>
            <a:off x="4368800" y="1727200"/>
            <a:ext cx="3454400" cy="4318000"/>
          </a:xfrm>
          <a:custGeom>
            <a:avLst/>
            <a:gdLst>
              <a:gd name="connisteX0" fmla="*/ 0 w 3454400"/>
              <a:gd name="connsiteY0" fmla="*/ 203200 h 4318000"/>
              <a:gd name="connisteX1" fmla="*/ 203200 w 3454400"/>
              <a:gd name="connsiteY1" fmla="*/ 0 h 4318000"/>
              <a:gd name="connisteX2" fmla="*/ 3251200 w 3454400"/>
              <a:gd name="connsiteY2" fmla="*/ 0 h 4318000"/>
              <a:gd name="connisteX3" fmla="*/ 3454400 w 3454400"/>
              <a:gd name="connsiteY3" fmla="*/ 203200 h 4318000"/>
              <a:gd name="connisteX4" fmla="*/ 3454400 w 3454400"/>
              <a:gd name="connsiteY4" fmla="*/ 4114800 h 4318000"/>
              <a:gd name="connisteX5" fmla="*/ 3251200 w 3454400"/>
              <a:gd name="connsiteY5" fmla="*/ 4318000 h 4318000"/>
              <a:gd name="connisteX6" fmla="*/ 203200 w 3454400"/>
              <a:gd name="connsiteY6" fmla="*/ 4318000 h 4318000"/>
              <a:gd name="connisteX7" fmla="*/ 0 w 3454400"/>
              <a:gd name="connsiteY7" fmla="*/ 4114800 h 4318000"/>
              <a:gd name="connisteX8" fmla="*/ 0 w 3454400"/>
              <a:gd name="connsiteY8" fmla="*/ 203200 h 4318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4318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4114800"/>
                </a:lnTo>
                <a:cubicBezTo>
                  <a:pt x="3454400" y="4227024"/>
                  <a:pt x="3363424" y="4318000"/>
                  <a:pt x="3251200" y="4318000"/>
                </a:cubicBezTo>
                <a:lnTo>
                  <a:pt x="203200" y="4318000"/>
                </a:lnTo>
                <a:cubicBezTo>
                  <a:pt x="90976" y="4318000"/>
                  <a:pt x="0" y="4227024"/>
                  <a:pt x="0" y="41148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8" hasCustomPrompt="1"/>
            <p:custDataLst>
              <p:tags r:id="rId10"/>
            </p:custDataLst>
          </p:nvPr>
        </p:nvSpPr>
        <p:spPr>
          <a:xfrm>
            <a:off x="4673600" y="23876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389" hasCustomPrompt="1"/>
            <p:custDataLst>
              <p:tags r:id="rId11"/>
            </p:custDataLst>
          </p:nvPr>
        </p:nvSpPr>
        <p:spPr>
          <a:xfrm>
            <a:off x="4673600" y="2946400"/>
            <a:ext cx="2844800" cy="2438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8" name="装饰  7"/>
          <p:cNvSpPr>
            <a:spLocks noGrp="1"/>
          </p:cNvSpPr>
          <p:nvPr>
            <p:ph type="body" idx="16394" hasCustomPrompt="1"/>
            <p:custDataLst>
              <p:tags r:id="rId12"/>
            </p:custDataLst>
          </p:nvPr>
        </p:nvSpPr>
        <p:spPr>
          <a:xfrm>
            <a:off x="8128000" y="1727200"/>
            <a:ext cx="3454400" cy="4318000"/>
          </a:xfrm>
          <a:custGeom>
            <a:avLst/>
            <a:gdLst>
              <a:gd name="connisteX0" fmla="*/ 0 w 3454400"/>
              <a:gd name="connsiteY0" fmla="*/ 203200 h 4318000"/>
              <a:gd name="connisteX1" fmla="*/ 203200 w 3454400"/>
              <a:gd name="connsiteY1" fmla="*/ 0 h 4318000"/>
              <a:gd name="connisteX2" fmla="*/ 3251200 w 3454400"/>
              <a:gd name="connsiteY2" fmla="*/ 0 h 4318000"/>
              <a:gd name="connisteX3" fmla="*/ 3454400 w 3454400"/>
              <a:gd name="connsiteY3" fmla="*/ 203200 h 4318000"/>
              <a:gd name="connisteX4" fmla="*/ 3454400 w 3454400"/>
              <a:gd name="connsiteY4" fmla="*/ 4114800 h 4318000"/>
              <a:gd name="connisteX5" fmla="*/ 3251200 w 3454400"/>
              <a:gd name="connsiteY5" fmla="*/ 4318000 h 4318000"/>
              <a:gd name="connisteX6" fmla="*/ 203200 w 3454400"/>
              <a:gd name="connsiteY6" fmla="*/ 4318000 h 4318000"/>
              <a:gd name="connisteX7" fmla="*/ 0 w 3454400"/>
              <a:gd name="connsiteY7" fmla="*/ 4114800 h 4318000"/>
              <a:gd name="connisteX8" fmla="*/ 0 w 3454400"/>
              <a:gd name="connsiteY8" fmla="*/ 203200 h 4318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4318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4114800"/>
                </a:lnTo>
                <a:cubicBezTo>
                  <a:pt x="3454400" y="4227024"/>
                  <a:pt x="3363424" y="4318000"/>
                  <a:pt x="3251200" y="4318000"/>
                </a:cubicBezTo>
                <a:lnTo>
                  <a:pt x="203200" y="4318000"/>
                </a:lnTo>
                <a:cubicBezTo>
                  <a:pt x="90976" y="4318000"/>
                  <a:pt x="0" y="4227024"/>
                  <a:pt x="0" y="41148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9" name="文本占位符 18"/>
          <p:cNvSpPr>
            <a:spLocks noGrp="1"/>
          </p:cNvSpPr>
          <p:nvPr>
            <p:ph type="body" idx="16390" hasCustomPrompt="1"/>
            <p:custDataLst>
              <p:tags r:id="rId13"/>
            </p:custDataLst>
          </p:nvPr>
        </p:nvSpPr>
        <p:spPr>
          <a:xfrm>
            <a:off x="8432800" y="23876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20" name="文本占位符 19"/>
          <p:cNvSpPr>
            <a:spLocks noGrp="1"/>
          </p:cNvSpPr>
          <p:nvPr>
            <p:ph type="body" idx="16391" hasCustomPrompt="1"/>
            <p:custDataLst>
              <p:tags r:id="rId14"/>
            </p:custDataLst>
          </p:nvPr>
        </p:nvSpPr>
        <p:spPr>
          <a:xfrm>
            <a:off x="8432800" y="2946400"/>
            <a:ext cx="2844800" cy="2438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26_30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3"/>
            <p:custDataLst>
              <p:tags r:id="rId3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2"/>
            <p:custDataLst>
              <p:tags r:id="rId4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0" name="装饰  9"/>
          <p:cNvSpPr>
            <a:spLocks noGrp="1"/>
          </p:cNvSpPr>
          <p:nvPr>
            <p:ph type="body" idx="16394" hasCustomPrompt="1"/>
            <p:custDataLst>
              <p:tags r:id="rId6"/>
            </p:custDataLst>
          </p:nvPr>
        </p:nvSpPr>
        <p:spPr>
          <a:xfrm>
            <a:off x="609600" y="3556000"/>
            <a:ext cx="2514600" cy="2692400"/>
          </a:xfrm>
          <a:custGeom>
            <a:avLst/>
            <a:gdLst>
              <a:gd name="connisteX0" fmla="*/ 0 w 2514600"/>
              <a:gd name="connsiteY0" fmla="*/ 0 h 2692400"/>
              <a:gd name="connisteX1" fmla="*/ 2514600 w 2514600"/>
              <a:gd name="connsiteY1" fmla="*/ 0 h 2692400"/>
              <a:gd name="connisteX2" fmla="*/ 2514600 w 2514600"/>
              <a:gd name="connsiteY2" fmla="*/ 2489200 h 2692400"/>
              <a:gd name="connisteX3" fmla="*/ 2311400 w 2514600"/>
              <a:gd name="connsiteY3" fmla="*/ 2692400 h 2692400"/>
              <a:gd name="connisteX4" fmla="*/ 203200 w 2514600"/>
              <a:gd name="connsiteY4" fmla="*/ 2692400 h 2692400"/>
              <a:gd name="connisteX5" fmla="*/ 0 w 2514600"/>
              <a:gd name="connsiteY5" fmla="*/ 2489200 h 2692400"/>
              <a:gd name="connisteX6" fmla="*/ 0 w 2514600"/>
              <a:gd name="connsiteY6" fmla="*/ 0 h 2692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2514600" h="2692400">
                <a:moveTo>
                  <a:pt x="0" y="0"/>
                </a:moveTo>
                <a:lnTo>
                  <a:pt x="2514600" y="0"/>
                </a:lnTo>
                <a:lnTo>
                  <a:pt x="2514600" y="2489200"/>
                </a:lnTo>
                <a:cubicBezTo>
                  <a:pt x="2514600" y="2601424"/>
                  <a:pt x="2423624" y="2692400"/>
                  <a:pt x="2311400" y="2692400"/>
                </a:cubicBezTo>
                <a:lnTo>
                  <a:pt x="203200" y="2692400"/>
                </a:lnTo>
                <a:cubicBezTo>
                  <a:pt x="90976" y="2692400"/>
                  <a:pt x="0" y="2601424"/>
                  <a:pt x="0" y="2489200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1" name="图片占位符 10"/>
          <p:cNvSpPr>
            <a:spLocks noGrp="1"/>
          </p:cNvSpPr>
          <p:nvPr>
            <p:ph type="pic" idx="16395" hasCustomPrompt="1"/>
            <p:custDataLst>
              <p:tags r:id="rId7"/>
            </p:custDataLst>
          </p:nvPr>
        </p:nvSpPr>
        <p:spPr>
          <a:xfrm>
            <a:off x="609600" y="1524000"/>
            <a:ext cx="2514600" cy="2032000"/>
          </a:xfrm>
          <a:custGeom>
            <a:avLst/>
            <a:gdLst>
              <a:gd name="connisteX0" fmla="*/ 0 w 2514600"/>
              <a:gd name="connsiteY0" fmla="*/ 203200 h 2032000"/>
              <a:gd name="connisteX1" fmla="*/ 203200 w 2514600"/>
              <a:gd name="connsiteY1" fmla="*/ 0 h 2032000"/>
              <a:gd name="connisteX2" fmla="*/ 2311400 w 2514600"/>
              <a:gd name="connsiteY2" fmla="*/ 0 h 2032000"/>
              <a:gd name="connisteX3" fmla="*/ 2514600 w 2514600"/>
              <a:gd name="connsiteY3" fmla="*/ 203200 h 2032000"/>
              <a:gd name="connisteX4" fmla="*/ 2514600 w 2514600"/>
              <a:gd name="connsiteY4" fmla="*/ 2032000 h 2032000"/>
              <a:gd name="connisteX5" fmla="*/ 0 w 2514600"/>
              <a:gd name="connsiteY5" fmla="*/ 2032000 h 2032000"/>
              <a:gd name="connisteX6" fmla="*/ 0 w 2514600"/>
              <a:gd name="connsiteY6" fmla="*/ 20320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2514600" h="203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2311400" y="0"/>
                </a:lnTo>
                <a:cubicBezTo>
                  <a:pt x="2423624" y="0"/>
                  <a:pt x="2514600" y="90976"/>
                  <a:pt x="2514600" y="203200"/>
                </a:cubicBezTo>
                <a:lnTo>
                  <a:pt x="2514600" y="2032000"/>
                </a:lnTo>
                <a:lnTo>
                  <a:pt x="0" y="2032000"/>
                </a:ln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2" name="文本占位符 11"/>
          <p:cNvSpPr>
            <a:spLocks noGrp="1"/>
          </p:cNvSpPr>
          <p:nvPr>
            <p:ph type="body" idx="16386" hasCustomPrompt="1"/>
            <p:custDataLst>
              <p:tags r:id="rId8"/>
            </p:custDataLst>
          </p:nvPr>
        </p:nvSpPr>
        <p:spPr>
          <a:xfrm>
            <a:off x="914400" y="3759200"/>
            <a:ext cx="1905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13" name="文本占位符 12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914400" y="4216400"/>
            <a:ext cx="19050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5" name="装饰  4"/>
          <p:cNvSpPr>
            <a:spLocks noGrp="1"/>
          </p:cNvSpPr>
          <p:nvPr>
            <p:ph type="body" idx="16396" hasCustomPrompt="1"/>
            <p:custDataLst>
              <p:tags r:id="rId10"/>
            </p:custDataLst>
          </p:nvPr>
        </p:nvSpPr>
        <p:spPr>
          <a:xfrm>
            <a:off x="3429000" y="1524000"/>
            <a:ext cx="2514600" cy="2692400"/>
          </a:xfrm>
          <a:custGeom>
            <a:avLst/>
            <a:gdLst>
              <a:gd name="connisteX0" fmla="*/ 0 w 2514600"/>
              <a:gd name="connsiteY0" fmla="*/ 203200 h 2692400"/>
              <a:gd name="connisteX1" fmla="*/ 203200 w 2514600"/>
              <a:gd name="connsiteY1" fmla="*/ 0 h 2692400"/>
              <a:gd name="connisteX2" fmla="*/ 2311400 w 2514600"/>
              <a:gd name="connsiteY2" fmla="*/ 0 h 2692400"/>
              <a:gd name="connisteX3" fmla="*/ 2514600 w 2514600"/>
              <a:gd name="connsiteY3" fmla="*/ 203200 h 2692400"/>
              <a:gd name="connisteX4" fmla="*/ 2514600 w 2514600"/>
              <a:gd name="connsiteY4" fmla="*/ 2692400 h 2692400"/>
              <a:gd name="connisteX5" fmla="*/ 0 w 2514600"/>
              <a:gd name="connsiteY5" fmla="*/ 2692400 h 2692400"/>
              <a:gd name="connisteX6" fmla="*/ 0 w 2514600"/>
              <a:gd name="connsiteY6" fmla="*/ 203200 h 2692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2514600" h="2692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2311400" y="0"/>
                </a:lnTo>
                <a:cubicBezTo>
                  <a:pt x="2423624" y="0"/>
                  <a:pt x="2514600" y="90976"/>
                  <a:pt x="2514600" y="203200"/>
                </a:cubicBezTo>
                <a:lnTo>
                  <a:pt x="2514600" y="2692400"/>
                </a:lnTo>
                <a:lnTo>
                  <a:pt x="0" y="2692400"/>
                </a:ln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7" name="图片占位符 16"/>
          <p:cNvSpPr>
            <a:spLocks noGrp="1"/>
          </p:cNvSpPr>
          <p:nvPr>
            <p:ph type="pic" idx="16397" hasCustomPrompt="1"/>
            <p:custDataLst>
              <p:tags r:id="rId11"/>
            </p:custDataLst>
          </p:nvPr>
        </p:nvSpPr>
        <p:spPr>
          <a:xfrm>
            <a:off x="3429000" y="4216400"/>
            <a:ext cx="2514600" cy="2032000"/>
          </a:xfrm>
          <a:custGeom>
            <a:avLst/>
            <a:gdLst>
              <a:gd name="connisteX0" fmla="*/ 0 w 2514600"/>
              <a:gd name="connsiteY0" fmla="*/ 0 h 2032000"/>
              <a:gd name="connisteX1" fmla="*/ 2514600 w 2514600"/>
              <a:gd name="connsiteY1" fmla="*/ 0 h 2032000"/>
              <a:gd name="connisteX2" fmla="*/ 2514600 w 2514600"/>
              <a:gd name="connsiteY2" fmla="*/ 1828800 h 2032000"/>
              <a:gd name="connisteX3" fmla="*/ 2311400 w 2514600"/>
              <a:gd name="connsiteY3" fmla="*/ 2032000 h 2032000"/>
              <a:gd name="connisteX4" fmla="*/ 203200 w 2514600"/>
              <a:gd name="connsiteY4" fmla="*/ 2032000 h 2032000"/>
              <a:gd name="connisteX5" fmla="*/ 0 w 2514600"/>
              <a:gd name="connsiteY5" fmla="*/ 1828800 h 2032000"/>
              <a:gd name="connisteX6" fmla="*/ 0 w 2514600"/>
              <a:gd name="connsiteY6" fmla="*/ 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2514600" h="2032000">
                <a:moveTo>
                  <a:pt x="0" y="0"/>
                </a:moveTo>
                <a:lnTo>
                  <a:pt x="2514600" y="0"/>
                </a:lnTo>
                <a:lnTo>
                  <a:pt x="2514600" y="1828800"/>
                </a:lnTo>
                <a:cubicBezTo>
                  <a:pt x="2514600" y="1941024"/>
                  <a:pt x="2423624" y="2032000"/>
                  <a:pt x="2311400" y="2032000"/>
                </a:cubicBezTo>
                <a:lnTo>
                  <a:pt x="203200" y="2032000"/>
                </a:lnTo>
                <a:cubicBezTo>
                  <a:pt x="90976" y="2032000"/>
                  <a:pt x="0" y="1941024"/>
                  <a:pt x="0" y="1828800"/>
                </a:cubicBezTo>
                <a:lnTo>
                  <a:pt x="0" y="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8" hasCustomPrompt="1"/>
            <p:custDataLst>
              <p:tags r:id="rId12"/>
            </p:custDataLst>
          </p:nvPr>
        </p:nvSpPr>
        <p:spPr>
          <a:xfrm>
            <a:off x="3733800" y="1727200"/>
            <a:ext cx="1905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19" name="文本占位符 18"/>
          <p:cNvSpPr>
            <a:spLocks noGrp="1"/>
          </p:cNvSpPr>
          <p:nvPr>
            <p:ph type="body" idx="16389" hasCustomPrompt="1"/>
            <p:custDataLst>
              <p:tags r:id="rId13"/>
            </p:custDataLst>
          </p:nvPr>
        </p:nvSpPr>
        <p:spPr>
          <a:xfrm>
            <a:off x="3733800" y="2184400"/>
            <a:ext cx="19050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20" name="装饰  9"/>
          <p:cNvSpPr>
            <a:spLocks noGrp="1"/>
          </p:cNvSpPr>
          <p:nvPr>
            <p:ph type="body" idx="16398" hasCustomPrompt="1"/>
            <p:custDataLst>
              <p:tags r:id="rId14"/>
            </p:custDataLst>
          </p:nvPr>
        </p:nvSpPr>
        <p:spPr>
          <a:xfrm>
            <a:off x="6248400" y="3556000"/>
            <a:ext cx="2514600" cy="2692400"/>
          </a:xfrm>
          <a:custGeom>
            <a:avLst/>
            <a:gdLst>
              <a:gd name="connisteX0" fmla="*/ 0 w 2514600"/>
              <a:gd name="connsiteY0" fmla="*/ 0 h 2692400"/>
              <a:gd name="connisteX1" fmla="*/ 2514600 w 2514600"/>
              <a:gd name="connsiteY1" fmla="*/ 0 h 2692400"/>
              <a:gd name="connisteX2" fmla="*/ 2514600 w 2514600"/>
              <a:gd name="connsiteY2" fmla="*/ 2489200 h 2692400"/>
              <a:gd name="connisteX3" fmla="*/ 2311400 w 2514600"/>
              <a:gd name="connsiteY3" fmla="*/ 2692400 h 2692400"/>
              <a:gd name="connisteX4" fmla="*/ 203200 w 2514600"/>
              <a:gd name="connsiteY4" fmla="*/ 2692400 h 2692400"/>
              <a:gd name="connisteX5" fmla="*/ 0 w 2514600"/>
              <a:gd name="connsiteY5" fmla="*/ 2489200 h 2692400"/>
              <a:gd name="connisteX6" fmla="*/ 0 w 2514600"/>
              <a:gd name="connsiteY6" fmla="*/ 0 h 2692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2514600" h="2692400">
                <a:moveTo>
                  <a:pt x="0" y="0"/>
                </a:moveTo>
                <a:lnTo>
                  <a:pt x="2514600" y="0"/>
                </a:lnTo>
                <a:lnTo>
                  <a:pt x="2514600" y="2489200"/>
                </a:lnTo>
                <a:cubicBezTo>
                  <a:pt x="2514600" y="2601424"/>
                  <a:pt x="2423624" y="2692400"/>
                  <a:pt x="2311400" y="2692400"/>
                </a:cubicBezTo>
                <a:lnTo>
                  <a:pt x="203200" y="2692400"/>
                </a:lnTo>
                <a:cubicBezTo>
                  <a:pt x="90976" y="2692400"/>
                  <a:pt x="0" y="2601424"/>
                  <a:pt x="0" y="2489200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1" name="图片占位符 20"/>
          <p:cNvSpPr>
            <a:spLocks noGrp="1"/>
          </p:cNvSpPr>
          <p:nvPr>
            <p:ph type="pic" idx="16399" hasCustomPrompt="1"/>
            <p:custDataLst>
              <p:tags r:id="rId15"/>
            </p:custDataLst>
          </p:nvPr>
        </p:nvSpPr>
        <p:spPr>
          <a:xfrm>
            <a:off x="6248400" y="1524000"/>
            <a:ext cx="2514600" cy="2032000"/>
          </a:xfrm>
          <a:custGeom>
            <a:avLst/>
            <a:gdLst>
              <a:gd name="connisteX0" fmla="*/ 0 w 2514600"/>
              <a:gd name="connsiteY0" fmla="*/ 203200 h 2032000"/>
              <a:gd name="connisteX1" fmla="*/ 203200 w 2514600"/>
              <a:gd name="connsiteY1" fmla="*/ 0 h 2032000"/>
              <a:gd name="connisteX2" fmla="*/ 2311400 w 2514600"/>
              <a:gd name="connsiteY2" fmla="*/ 0 h 2032000"/>
              <a:gd name="connisteX3" fmla="*/ 2514600 w 2514600"/>
              <a:gd name="connsiteY3" fmla="*/ 203200 h 2032000"/>
              <a:gd name="connisteX4" fmla="*/ 2514600 w 2514600"/>
              <a:gd name="connsiteY4" fmla="*/ 2032000 h 2032000"/>
              <a:gd name="connisteX5" fmla="*/ 0 w 2514600"/>
              <a:gd name="connsiteY5" fmla="*/ 2032000 h 2032000"/>
              <a:gd name="connisteX6" fmla="*/ 0 w 2514600"/>
              <a:gd name="connsiteY6" fmla="*/ 20320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2514600" h="203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2311400" y="0"/>
                </a:lnTo>
                <a:cubicBezTo>
                  <a:pt x="2423624" y="0"/>
                  <a:pt x="2514600" y="90976"/>
                  <a:pt x="2514600" y="203200"/>
                </a:cubicBezTo>
                <a:lnTo>
                  <a:pt x="2514600" y="2032000"/>
                </a:lnTo>
                <a:lnTo>
                  <a:pt x="0" y="2032000"/>
                </a:ln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22" name="文本占位符 21"/>
          <p:cNvSpPr>
            <a:spLocks noGrp="1"/>
          </p:cNvSpPr>
          <p:nvPr>
            <p:ph type="body" idx="16390" hasCustomPrompt="1"/>
            <p:custDataLst>
              <p:tags r:id="rId16"/>
            </p:custDataLst>
          </p:nvPr>
        </p:nvSpPr>
        <p:spPr>
          <a:xfrm>
            <a:off x="6553200" y="3759200"/>
            <a:ext cx="1905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23" name="文本占位符 22"/>
          <p:cNvSpPr>
            <a:spLocks noGrp="1"/>
          </p:cNvSpPr>
          <p:nvPr>
            <p:ph type="body" idx="16391" hasCustomPrompt="1"/>
            <p:custDataLst>
              <p:tags r:id="rId17"/>
            </p:custDataLst>
          </p:nvPr>
        </p:nvSpPr>
        <p:spPr>
          <a:xfrm>
            <a:off x="6553200" y="4216400"/>
            <a:ext cx="19050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24" name="装饰  3"/>
          <p:cNvSpPr>
            <a:spLocks noGrp="1"/>
          </p:cNvSpPr>
          <p:nvPr>
            <p:ph type="body" idx="16400" hasCustomPrompt="1"/>
            <p:custDataLst>
              <p:tags r:id="rId18"/>
            </p:custDataLst>
          </p:nvPr>
        </p:nvSpPr>
        <p:spPr>
          <a:xfrm>
            <a:off x="9067800" y="1524000"/>
            <a:ext cx="2514600" cy="2692400"/>
          </a:xfrm>
          <a:custGeom>
            <a:avLst/>
            <a:gdLst>
              <a:gd name="connisteX0" fmla="*/ 0 w 2514600"/>
              <a:gd name="connsiteY0" fmla="*/ 203200 h 2692400"/>
              <a:gd name="connisteX1" fmla="*/ 203200 w 2514600"/>
              <a:gd name="connsiteY1" fmla="*/ 0 h 2692400"/>
              <a:gd name="connisteX2" fmla="*/ 2311400 w 2514600"/>
              <a:gd name="connsiteY2" fmla="*/ 0 h 2692400"/>
              <a:gd name="connisteX3" fmla="*/ 2514600 w 2514600"/>
              <a:gd name="connsiteY3" fmla="*/ 203200 h 2692400"/>
              <a:gd name="connisteX4" fmla="*/ 2514600 w 2514600"/>
              <a:gd name="connsiteY4" fmla="*/ 2692400 h 2692400"/>
              <a:gd name="connisteX5" fmla="*/ 0 w 2514600"/>
              <a:gd name="connsiteY5" fmla="*/ 2692400 h 2692400"/>
              <a:gd name="connisteX6" fmla="*/ 0 w 2514600"/>
              <a:gd name="connsiteY6" fmla="*/ 203200 h 2692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2514600" h="2692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2311400" y="0"/>
                </a:lnTo>
                <a:cubicBezTo>
                  <a:pt x="2423624" y="0"/>
                  <a:pt x="2514600" y="90976"/>
                  <a:pt x="2514600" y="203200"/>
                </a:cubicBezTo>
                <a:lnTo>
                  <a:pt x="2514600" y="2692400"/>
                </a:lnTo>
                <a:lnTo>
                  <a:pt x="0" y="2692400"/>
                </a:ln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5" name="图片占位符 24"/>
          <p:cNvSpPr>
            <a:spLocks noGrp="1"/>
          </p:cNvSpPr>
          <p:nvPr>
            <p:ph type="pic" idx="16401" hasCustomPrompt="1"/>
            <p:custDataLst>
              <p:tags r:id="rId19"/>
            </p:custDataLst>
          </p:nvPr>
        </p:nvSpPr>
        <p:spPr>
          <a:xfrm>
            <a:off x="9067800" y="4216400"/>
            <a:ext cx="2514600" cy="2032000"/>
          </a:xfrm>
          <a:custGeom>
            <a:avLst/>
            <a:gdLst>
              <a:gd name="connisteX0" fmla="*/ 0 w 2514600"/>
              <a:gd name="connsiteY0" fmla="*/ 0 h 2032000"/>
              <a:gd name="connisteX1" fmla="*/ 2514600 w 2514600"/>
              <a:gd name="connsiteY1" fmla="*/ 0 h 2032000"/>
              <a:gd name="connisteX2" fmla="*/ 2514600 w 2514600"/>
              <a:gd name="connsiteY2" fmla="*/ 1828800 h 2032000"/>
              <a:gd name="connisteX3" fmla="*/ 2311400 w 2514600"/>
              <a:gd name="connsiteY3" fmla="*/ 2032000 h 2032000"/>
              <a:gd name="connisteX4" fmla="*/ 203200 w 2514600"/>
              <a:gd name="connsiteY4" fmla="*/ 2032000 h 2032000"/>
              <a:gd name="connisteX5" fmla="*/ 0 w 2514600"/>
              <a:gd name="connsiteY5" fmla="*/ 1828800 h 2032000"/>
              <a:gd name="connisteX6" fmla="*/ 0 w 2514600"/>
              <a:gd name="connsiteY6" fmla="*/ 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2514600" h="2032000">
                <a:moveTo>
                  <a:pt x="0" y="0"/>
                </a:moveTo>
                <a:lnTo>
                  <a:pt x="2514600" y="0"/>
                </a:lnTo>
                <a:lnTo>
                  <a:pt x="2514600" y="1828800"/>
                </a:lnTo>
                <a:cubicBezTo>
                  <a:pt x="2514600" y="1941024"/>
                  <a:pt x="2423624" y="2032000"/>
                  <a:pt x="2311400" y="2032000"/>
                </a:cubicBezTo>
                <a:lnTo>
                  <a:pt x="203200" y="2032000"/>
                </a:lnTo>
                <a:cubicBezTo>
                  <a:pt x="90976" y="2032000"/>
                  <a:pt x="0" y="1941024"/>
                  <a:pt x="0" y="1828800"/>
                </a:cubicBezTo>
                <a:lnTo>
                  <a:pt x="0" y="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26" name="文本占位符 25"/>
          <p:cNvSpPr>
            <a:spLocks noGrp="1"/>
          </p:cNvSpPr>
          <p:nvPr>
            <p:ph type="body" idx="16392" hasCustomPrompt="1"/>
            <p:custDataLst>
              <p:tags r:id="rId20"/>
            </p:custDataLst>
          </p:nvPr>
        </p:nvSpPr>
        <p:spPr>
          <a:xfrm>
            <a:off x="9372600" y="1727200"/>
            <a:ext cx="1905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27" name="文本占位符 26"/>
          <p:cNvSpPr>
            <a:spLocks noGrp="1"/>
          </p:cNvSpPr>
          <p:nvPr>
            <p:ph type="body" idx="16393" hasCustomPrompt="1"/>
            <p:custDataLst>
              <p:tags r:id="rId21"/>
            </p:custDataLst>
          </p:nvPr>
        </p:nvSpPr>
        <p:spPr>
          <a:xfrm>
            <a:off x="9372600" y="2184400"/>
            <a:ext cx="19050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31_1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3"/>
            <p:custDataLst>
              <p:tags r:id="rId3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2"/>
            <p:custDataLst>
              <p:tags r:id="rId4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0" name="装饰  9"/>
          <p:cNvSpPr>
            <a:spLocks noGrp="1"/>
          </p:cNvSpPr>
          <p:nvPr>
            <p:ph type="body" idx="16392" hasCustomPrompt="1"/>
            <p:custDataLst>
              <p:tags r:id="rId6"/>
            </p:custDataLst>
          </p:nvPr>
        </p:nvSpPr>
        <p:spPr>
          <a:xfrm>
            <a:off x="609600" y="1524000"/>
            <a:ext cx="10972800" cy="1473200"/>
          </a:xfrm>
          <a:custGeom>
            <a:avLst/>
            <a:gdLst>
              <a:gd name="connisteX0" fmla="*/ 0 w 10972800"/>
              <a:gd name="connsiteY0" fmla="*/ 203200 h 1473200"/>
              <a:gd name="connisteX1" fmla="*/ 203200 w 10972800"/>
              <a:gd name="connsiteY1" fmla="*/ 0 h 1473200"/>
              <a:gd name="connisteX2" fmla="*/ 10769600 w 10972800"/>
              <a:gd name="connsiteY2" fmla="*/ 0 h 1473200"/>
              <a:gd name="connisteX3" fmla="*/ 10972800 w 10972800"/>
              <a:gd name="connsiteY3" fmla="*/ 203200 h 1473200"/>
              <a:gd name="connisteX4" fmla="*/ 10972800 w 10972800"/>
              <a:gd name="connsiteY4" fmla="*/ 1270000 h 1473200"/>
              <a:gd name="connisteX5" fmla="*/ 10769600 w 10972800"/>
              <a:gd name="connsiteY5" fmla="*/ 1473200 h 1473200"/>
              <a:gd name="connisteX6" fmla="*/ 203200 w 10972800"/>
              <a:gd name="connsiteY6" fmla="*/ 1473200 h 1473200"/>
              <a:gd name="connisteX7" fmla="*/ 0 w 10972800"/>
              <a:gd name="connsiteY7" fmla="*/ 1270000 h 1473200"/>
              <a:gd name="connisteX8" fmla="*/ 0 w 10972800"/>
              <a:gd name="connsiteY8" fmla="*/ 203200 h 1473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0972800" h="14732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1270000"/>
                </a:lnTo>
                <a:cubicBezTo>
                  <a:pt x="10972800" y="1382224"/>
                  <a:pt x="10881824" y="1473200"/>
                  <a:pt x="10769600" y="1473200"/>
                </a:cubicBezTo>
                <a:lnTo>
                  <a:pt x="203200" y="1473200"/>
                </a:lnTo>
                <a:cubicBezTo>
                  <a:pt x="90976" y="1473200"/>
                  <a:pt x="0" y="1382224"/>
                  <a:pt x="0" y="12700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1" name="图片占位符 10"/>
          <p:cNvSpPr>
            <a:spLocks noGrp="1"/>
          </p:cNvSpPr>
          <p:nvPr>
            <p:ph type="pic" idx="16393" hasCustomPrompt="1"/>
            <p:custDataLst>
              <p:tags r:id="rId7"/>
            </p:custDataLst>
          </p:nvPr>
        </p:nvSpPr>
        <p:spPr>
          <a:xfrm>
            <a:off x="914400" y="1803400"/>
            <a:ext cx="914400" cy="914400"/>
          </a:xfrm>
          <a:custGeom>
            <a:avLst/>
            <a:gdLst>
              <a:gd name="connisteX0" fmla="*/ 0 w 914400"/>
              <a:gd name="connsiteY0" fmla="*/ 457200 h 914400"/>
              <a:gd name="connisteX1" fmla="*/ 457200 w 914400"/>
              <a:gd name="connsiteY1" fmla="*/ 0 h 914400"/>
              <a:gd name="connisteX2" fmla="*/ 457200 w 914400"/>
              <a:gd name="connsiteY2" fmla="*/ 0 h 914400"/>
              <a:gd name="connisteX3" fmla="*/ 914400 w 914400"/>
              <a:gd name="connsiteY3" fmla="*/ 457200 h 914400"/>
              <a:gd name="connisteX4" fmla="*/ 914400 w 914400"/>
              <a:gd name="connsiteY4" fmla="*/ 457200 h 914400"/>
              <a:gd name="connisteX5" fmla="*/ 457200 w 914400"/>
              <a:gd name="connsiteY5" fmla="*/ 914400 h 914400"/>
              <a:gd name="connisteX6" fmla="*/ 457200 w 914400"/>
              <a:gd name="connsiteY6" fmla="*/ 914400 h 914400"/>
              <a:gd name="connisteX7" fmla="*/ 0 w 914400"/>
              <a:gd name="connsiteY7" fmla="*/ 457200 h 914400"/>
              <a:gd name="connisteX8" fmla="*/ 0 w 914400"/>
              <a:gd name="connsiteY8" fmla="*/ 457200 h 91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914400" h="914400">
                <a:moveTo>
                  <a:pt x="0" y="457200"/>
                </a:moveTo>
                <a:cubicBezTo>
                  <a:pt x="0" y="204695"/>
                  <a:pt x="204695" y="0"/>
                  <a:pt x="457200" y="0"/>
                </a:cubicBezTo>
                <a:lnTo>
                  <a:pt x="457200" y="0"/>
                </a:lnTo>
                <a:cubicBezTo>
                  <a:pt x="709705" y="0"/>
                  <a:pt x="914400" y="204695"/>
                  <a:pt x="914400" y="457200"/>
                </a:cubicBezTo>
                <a:lnTo>
                  <a:pt x="914400" y="457200"/>
                </a:lnTo>
                <a:cubicBezTo>
                  <a:pt x="914400" y="709705"/>
                  <a:pt x="709705" y="914400"/>
                  <a:pt x="457200" y="914400"/>
                </a:cubicBezTo>
                <a:lnTo>
                  <a:pt x="457200" y="914400"/>
                </a:lnTo>
                <a:cubicBezTo>
                  <a:pt x="204695" y="914400"/>
                  <a:pt x="0" y="709705"/>
                  <a:pt x="0" y="457200"/>
                </a:cubicBezTo>
                <a:lnTo>
                  <a:pt x="0" y="457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2" name="文本占位符 11"/>
          <p:cNvSpPr>
            <a:spLocks noGrp="1"/>
          </p:cNvSpPr>
          <p:nvPr>
            <p:ph type="body" idx="16386" hasCustomPrompt="1"/>
            <p:custDataLst>
              <p:tags r:id="rId8"/>
            </p:custDataLst>
          </p:nvPr>
        </p:nvSpPr>
        <p:spPr>
          <a:xfrm>
            <a:off x="2082800" y="1854200"/>
            <a:ext cx="9194800" cy="406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3" name="文本占位符 12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2082800" y="2362200"/>
            <a:ext cx="9194800" cy="304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5" name="装饰  4"/>
          <p:cNvSpPr>
            <a:spLocks noGrp="1"/>
          </p:cNvSpPr>
          <p:nvPr>
            <p:ph type="body" idx="16394" hasCustomPrompt="1"/>
            <p:custDataLst>
              <p:tags r:id="rId10"/>
            </p:custDataLst>
          </p:nvPr>
        </p:nvSpPr>
        <p:spPr>
          <a:xfrm>
            <a:off x="609600" y="3149600"/>
            <a:ext cx="10972800" cy="1473200"/>
          </a:xfrm>
          <a:custGeom>
            <a:avLst/>
            <a:gdLst>
              <a:gd name="connisteX0" fmla="*/ 0 w 10972800"/>
              <a:gd name="connsiteY0" fmla="*/ 203200 h 1473200"/>
              <a:gd name="connisteX1" fmla="*/ 203200 w 10972800"/>
              <a:gd name="connsiteY1" fmla="*/ 0 h 1473200"/>
              <a:gd name="connisteX2" fmla="*/ 10769600 w 10972800"/>
              <a:gd name="connsiteY2" fmla="*/ 0 h 1473200"/>
              <a:gd name="connisteX3" fmla="*/ 10972800 w 10972800"/>
              <a:gd name="connsiteY3" fmla="*/ 203200 h 1473200"/>
              <a:gd name="connisteX4" fmla="*/ 10972800 w 10972800"/>
              <a:gd name="connsiteY4" fmla="*/ 1270000 h 1473200"/>
              <a:gd name="connisteX5" fmla="*/ 10769600 w 10972800"/>
              <a:gd name="connsiteY5" fmla="*/ 1473200 h 1473200"/>
              <a:gd name="connisteX6" fmla="*/ 203200 w 10972800"/>
              <a:gd name="connsiteY6" fmla="*/ 1473200 h 1473200"/>
              <a:gd name="connisteX7" fmla="*/ 0 w 10972800"/>
              <a:gd name="connsiteY7" fmla="*/ 1270000 h 1473200"/>
              <a:gd name="connisteX8" fmla="*/ 0 w 10972800"/>
              <a:gd name="connsiteY8" fmla="*/ 203200 h 1473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0972800" h="14732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1270000"/>
                </a:lnTo>
                <a:cubicBezTo>
                  <a:pt x="10972800" y="1382224"/>
                  <a:pt x="10881824" y="1473200"/>
                  <a:pt x="10769600" y="1473200"/>
                </a:cubicBezTo>
                <a:lnTo>
                  <a:pt x="203200" y="1473200"/>
                </a:lnTo>
                <a:cubicBezTo>
                  <a:pt x="90976" y="1473200"/>
                  <a:pt x="0" y="1382224"/>
                  <a:pt x="0" y="12700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7" name="图片占位符 16"/>
          <p:cNvSpPr>
            <a:spLocks noGrp="1"/>
          </p:cNvSpPr>
          <p:nvPr>
            <p:ph type="pic" idx="16395" hasCustomPrompt="1"/>
            <p:custDataLst>
              <p:tags r:id="rId11"/>
            </p:custDataLst>
          </p:nvPr>
        </p:nvSpPr>
        <p:spPr>
          <a:xfrm>
            <a:off x="914400" y="3429000"/>
            <a:ext cx="914400" cy="914400"/>
          </a:xfrm>
          <a:custGeom>
            <a:avLst/>
            <a:gdLst>
              <a:gd name="connisteX0" fmla="*/ 0 w 914400"/>
              <a:gd name="connsiteY0" fmla="*/ 457200 h 914400"/>
              <a:gd name="connisteX1" fmla="*/ 457200 w 914400"/>
              <a:gd name="connsiteY1" fmla="*/ 0 h 914400"/>
              <a:gd name="connisteX2" fmla="*/ 457200 w 914400"/>
              <a:gd name="connsiteY2" fmla="*/ 0 h 914400"/>
              <a:gd name="connisteX3" fmla="*/ 914400 w 914400"/>
              <a:gd name="connsiteY3" fmla="*/ 457200 h 914400"/>
              <a:gd name="connisteX4" fmla="*/ 914400 w 914400"/>
              <a:gd name="connsiteY4" fmla="*/ 457200 h 914400"/>
              <a:gd name="connisteX5" fmla="*/ 457200 w 914400"/>
              <a:gd name="connsiteY5" fmla="*/ 914400 h 914400"/>
              <a:gd name="connisteX6" fmla="*/ 457200 w 914400"/>
              <a:gd name="connsiteY6" fmla="*/ 914400 h 914400"/>
              <a:gd name="connisteX7" fmla="*/ 0 w 914400"/>
              <a:gd name="connsiteY7" fmla="*/ 457200 h 914400"/>
              <a:gd name="connisteX8" fmla="*/ 0 w 914400"/>
              <a:gd name="connsiteY8" fmla="*/ 457200 h 91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914400" h="914400">
                <a:moveTo>
                  <a:pt x="0" y="457200"/>
                </a:moveTo>
                <a:cubicBezTo>
                  <a:pt x="0" y="204695"/>
                  <a:pt x="204695" y="0"/>
                  <a:pt x="457200" y="0"/>
                </a:cubicBezTo>
                <a:lnTo>
                  <a:pt x="457200" y="0"/>
                </a:lnTo>
                <a:cubicBezTo>
                  <a:pt x="709705" y="0"/>
                  <a:pt x="914400" y="204695"/>
                  <a:pt x="914400" y="457200"/>
                </a:cubicBezTo>
                <a:lnTo>
                  <a:pt x="914400" y="457200"/>
                </a:lnTo>
                <a:cubicBezTo>
                  <a:pt x="914400" y="709705"/>
                  <a:pt x="709705" y="914400"/>
                  <a:pt x="457200" y="914400"/>
                </a:cubicBezTo>
                <a:lnTo>
                  <a:pt x="457200" y="914400"/>
                </a:lnTo>
                <a:cubicBezTo>
                  <a:pt x="204695" y="914400"/>
                  <a:pt x="0" y="709705"/>
                  <a:pt x="0" y="457200"/>
                </a:cubicBezTo>
                <a:lnTo>
                  <a:pt x="0" y="457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8" hasCustomPrompt="1"/>
            <p:custDataLst>
              <p:tags r:id="rId12"/>
            </p:custDataLst>
          </p:nvPr>
        </p:nvSpPr>
        <p:spPr>
          <a:xfrm>
            <a:off x="2082800" y="3479800"/>
            <a:ext cx="9194800" cy="406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9" name="文本占位符 18"/>
          <p:cNvSpPr>
            <a:spLocks noGrp="1"/>
          </p:cNvSpPr>
          <p:nvPr>
            <p:ph type="body" idx="16389" hasCustomPrompt="1"/>
            <p:custDataLst>
              <p:tags r:id="rId13"/>
            </p:custDataLst>
          </p:nvPr>
        </p:nvSpPr>
        <p:spPr>
          <a:xfrm>
            <a:off x="2082800" y="3987800"/>
            <a:ext cx="9194800" cy="304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20" name="装饰  9"/>
          <p:cNvSpPr>
            <a:spLocks noGrp="1"/>
          </p:cNvSpPr>
          <p:nvPr>
            <p:ph type="body" idx="16396" hasCustomPrompt="1"/>
            <p:custDataLst>
              <p:tags r:id="rId14"/>
            </p:custDataLst>
          </p:nvPr>
        </p:nvSpPr>
        <p:spPr>
          <a:xfrm>
            <a:off x="609600" y="4775200"/>
            <a:ext cx="10972800" cy="1473200"/>
          </a:xfrm>
          <a:custGeom>
            <a:avLst/>
            <a:gdLst>
              <a:gd name="connisteX0" fmla="*/ 0 w 10972800"/>
              <a:gd name="connsiteY0" fmla="*/ 203200 h 1473200"/>
              <a:gd name="connisteX1" fmla="*/ 203200 w 10972800"/>
              <a:gd name="connsiteY1" fmla="*/ 0 h 1473200"/>
              <a:gd name="connisteX2" fmla="*/ 10769600 w 10972800"/>
              <a:gd name="connsiteY2" fmla="*/ 0 h 1473200"/>
              <a:gd name="connisteX3" fmla="*/ 10972800 w 10972800"/>
              <a:gd name="connsiteY3" fmla="*/ 203200 h 1473200"/>
              <a:gd name="connisteX4" fmla="*/ 10972800 w 10972800"/>
              <a:gd name="connsiteY4" fmla="*/ 1270000 h 1473200"/>
              <a:gd name="connisteX5" fmla="*/ 10769600 w 10972800"/>
              <a:gd name="connsiteY5" fmla="*/ 1473200 h 1473200"/>
              <a:gd name="connisteX6" fmla="*/ 203200 w 10972800"/>
              <a:gd name="connsiteY6" fmla="*/ 1473200 h 1473200"/>
              <a:gd name="connisteX7" fmla="*/ 0 w 10972800"/>
              <a:gd name="connsiteY7" fmla="*/ 1270000 h 1473200"/>
              <a:gd name="connisteX8" fmla="*/ 0 w 10972800"/>
              <a:gd name="connsiteY8" fmla="*/ 203200 h 1473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0972800" h="14732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1270000"/>
                </a:lnTo>
                <a:cubicBezTo>
                  <a:pt x="10972800" y="1382224"/>
                  <a:pt x="10881824" y="1473200"/>
                  <a:pt x="10769600" y="1473200"/>
                </a:cubicBezTo>
                <a:lnTo>
                  <a:pt x="203200" y="1473200"/>
                </a:lnTo>
                <a:cubicBezTo>
                  <a:pt x="90976" y="1473200"/>
                  <a:pt x="0" y="1382224"/>
                  <a:pt x="0" y="12700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1" name="图片占位符 20"/>
          <p:cNvSpPr>
            <a:spLocks noGrp="1"/>
          </p:cNvSpPr>
          <p:nvPr>
            <p:ph type="pic" idx="16397" hasCustomPrompt="1"/>
            <p:custDataLst>
              <p:tags r:id="rId15"/>
            </p:custDataLst>
          </p:nvPr>
        </p:nvSpPr>
        <p:spPr>
          <a:xfrm>
            <a:off x="914400" y="5054600"/>
            <a:ext cx="914400" cy="914400"/>
          </a:xfrm>
          <a:custGeom>
            <a:avLst/>
            <a:gdLst>
              <a:gd name="connisteX0" fmla="*/ 0 w 914400"/>
              <a:gd name="connsiteY0" fmla="*/ 457200 h 914400"/>
              <a:gd name="connisteX1" fmla="*/ 457200 w 914400"/>
              <a:gd name="connsiteY1" fmla="*/ 0 h 914400"/>
              <a:gd name="connisteX2" fmla="*/ 457200 w 914400"/>
              <a:gd name="connsiteY2" fmla="*/ 0 h 914400"/>
              <a:gd name="connisteX3" fmla="*/ 914400 w 914400"/>
              <a:gd name="connsiteY3" fmla="*/ 457200 h 914400"/>
              <a:gd name="connisteX4" fmla="*/ 914400 w 914400"/>
              <a:gd name="connsiteY4" fmla="*/ 457200 h 914400"/>
              <a:gd name="connisteX5" fmla="*/ 457200 w 914400"/>
              <a:gd name="connsiteY5" fmla="*/ 914400 h 914400"/>
              <a:gd name="connisteX6" fmla="*/ 457200 w 914400"/>
              <a:gd name="connsiteY6" fmla="*/ 914400 h 914400"/>
              <a:gd name="connisteX7" fmla="*/ 0 w 914400"/>
              <a:gd name="connsiteY7" fmla="*/ 457200 h 914400"/>
              <a:gd name="connisteX8" fmla="*/ 0 w 914400"/>
              <a:gd name="connsiteY8" fmla="*/ 457200 h 91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914400" h="914400">
                <a:moveTo>
                  <a:pt x="0" y="457200"/>
                </a:moveTo>
                <a:cubicBezTo>
                  <a:pt x="0" y="204695"/>
                  <a:pt x="204695" y="0"/>
                  <a:pt x="457200" y="0"/>
                </a:cubicBezTo>
                <a:lnTo>
                  <a:pt x="457200" y="0"/>
                </a:lnTo>
                <a:cubicBezTo>
                  <a:pt x="709705" y="0"/>
                  <a:pt x="914400" y="204695"/>
                  <a:pt x="914400" y="457200"/>
                </a:cubicBezTo>
                <a:lnTo>
                  <a:pt x="914400" y="457200"/>
                </a:lnTo>
                <a:cubicBezTo>
                  <a:pt x="914400" y="709705"/>
                  <a:pt x="709705" y="914400"/>
                  <a:pt x="457200" y="914400"/>
                </a:cubicBezTo>
                <a:lnTo>
                  <a:pt x="457200" y="914400"/>
                </a:lnTo>
                <a:cubicBezTo>
                  <a:pt x="204695" y="914400"/>
                  <a:pt x="0" y="709705"/>
                  <a:pt x="0" y="457200"/>
                </a:cubicBezTo>
                <a:lnTo>
                  <a:pt x="0" y="457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22" name="文本占位符 21"/>
          <p:cNvSpPr>
            <a:spLocks noGrp="1"/>
          </p:cNvSpPr>
          <p:nvPr>
            <p:ph type="body" idx="16390" hasCustomPrompt="1"/>
            <p:custDataLst>
              <p:tags r:id="rId16"/>
            </p:custDataLst>
          </p:nvPr>
        </p:nvSpPr>
        <p:spPr>
          <a:xfrm>
            <a:off x="2082800" y="5105400"/>
            <a:ext cx="9194800" cy="406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3" name="文本占位符 22"/>
          <p:cNvSpPr>
            <a:spLocks noGrp="1"/>
          </p:cNvSpPr>
          <p:nvPr>
            <p:ph type="body" idx="16391" hasCustomPrompt="1"/>
            <p:custDataLst>
              <p:tags r:id="rId17"/>
            </p:custDataLst>
          </p:nvPr>
        </p:nvSpPr>
        <p:spPr>
          <a:xfrm>
            <a:off x="2082800" y="5613400"/>
            <a:ext cx="9194800" cy="304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27_38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3"/>
            <p:custDataLst>
              <p:tags r:id="rId3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2"/>
            <p:custDataLst>
              <p:tags r:id="rId4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0" name="装饰  9"/>
          <p:cNvSpPr>
            <a:spLocks noGrp="1"/>
          </p:cNvSpPr>
          <p:nvPr>
            <p:ph type="body" idx="16401" hasCustomPrompt="1"/>
            <p:custDataLst>
              <p:tags r:id="rId6"/>
            </p:custDataLst>
          </p:nvPr>
        </p:nvSpPr>
        <p:spPr>
          <a:xfrm>
            <a:off x="609600" y="1854200"/>
            <a:ext cx="914400" cy="914400"/>
          </a:xfrm>
          <a:custGeom>
            <a:avLst/>
            <a:gdLst>
              <a:gd name="connisteX0" fmla="*/ 0 w 914400"/>
              <a:gd name="connsiteY0" fmla="*/ 203200 h 914400"/>
              <a:gd name="connisteX1" fmla="*/ 203200 w 914400"/>
              <a:gd name="connsiteY1" fmla="*/ 0 h 914400"/>
              <a:gd name="connisteX2" fmla="*/ 711200 w 914400"/>
              <a:gd name="connsiteY2" fmla="*/ 0 h 914400"/>
              <a:gd name="connisteX3" fmla="*/ 914400 w 914400"/>
              <a:gd name="connsiteY3" fmla="*/ 203200 h 914400"/>
              <a:gd name="connisteX4" fmla="*/ 914400 w 914400"/>
              <a:gd name="connsiteY4" fmla="*/ 711200 h 914400"/>
              <a:gd name="connisteX5" fmla="*/ 711200 w 914400"/>
              <a:gd name="connsiteY5" fmla="*/ 914400 h 914400"/>
              <a:gd name="connisteX6" fmla="*/ 203200 w 914400"/>
              <a:gd name="connsiteY6" fmla="*/ 914400 h 914400"/>
              <a:gd name="connisteX7" fmla="*/ 0 w 914400"/>
              <a:gd name="connsiteY7" fmla="*/ 711200 h 914400"/>
              <a:gd name="connisteX8" fmla="*/ 0 w 914400"/>
              <a:gd name="connsiteY8" fmla="*/ 203200 h 91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914400" h="91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711200" y="0"/>
                </a:lnTo>
                <a:cubicBezTo>
                  <a:pt x="823424" y="0"/>
                  <a:pt x="914400" y="90976"/>
                  <a:pt x="914400" y="203200"/>
                </a:cubicBezTo>
                <a:lnTo>
                  <a:pt x="914400" y="711200"/>
                </a:lnTo>
                <a:cubicBezTo>
                  <a:pt x="914400" y="823424"/>
                  <a:pt x="823424" y="914400"/>
                  <a:pt x="711200" y="914400"/>
                </a:cubicBezTo>
                <a:lnTo>
                  <a:pt x="203200" y="914400"/>
                </a:lnTo>
                <a:cubicBezTo>
                  <a:pt x="90976" y="914400"/>
                  <a:pt x="0" y="823424"/>
                  <a:pt x="0" y="711200"/>
                </a:cubicBezTo>
                <a:lnTo>
                  <a:pt x="0" y="2032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1" name="文本占位符 10"/>
          <p:cNvSpPr>
            <a:spLocks noGrp="1"/>
          </p:cNvSpPr>
          <p:nvPr>
            <p:ph type="body" idx="16388" hasCustomPrompt="1"/>
            <p:custDataLst>
              <p:tags r:id="rId7"/>
            </p:custDataLst>
          </p:nvPr>
        </p:nvSpPr>
        <p:spPr>
          <a:xfrm>
            <a:off x="793750" y="2082800"/>
            <a:ext cx="546100" cy="4572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01</a:t>
            </a:r>
            <a:endParaRPr lang="zh-CN" altLang="en-US" smtClean="0"/>
          </a:p>
        </p:txBody>
      </p:sp>
      <p:sp>
        <p:nvSpPr>
          <p:cNvPr id="12" name="文本占位符 11"/>
          <p:cNvSpPr>
            <a:spLocks noGrp="1"/>
          </p:cNvSpPr>
          <p:nvPr>
            <p:ph type="body" idx="16386" hasCustomPrompt="1"/>
            <p:custDataLst>
              <p:tags r:id="rId8"/>
            </p:custDataLst>
          </p:nvPr>
        </p:nvSpPr>
        <p:spPr>
          <a:xfrm>
            <a:off x="1778000" y="1752600"/>
            <a:ext cx="4089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3" name="文本占位符 12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1778000" y="2260600"/>
            <a:ext cx="40894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5" name="装饰  4"/>
          <p:cNvSpPr>
            <a:spLocks noGrp="1"/>
          </p:cNvSpPr>
          <p:nvPr>
            <p:ph type="body" idx="16402" hasCustomPrompt="1"/>
            <p:custDataLst>
              <p:tags r:id="rId10"/>
            </p:custDataLst>
          </p:nvPr>
        </p:nvSpPr>
        <p:spPr>
          <a:xfrm>
            <a:off x="6324600" y="1854200"/>
            <a:ext cx="914400" cy="914400"/>
          </a:xfrm>
          <a:custGeom>
            <a:avLst/>
            <a:gdLst>
              <a:gd name="connisteX0" fmla="*/ 0 w 914400"/>
              <a:gd name="connsiteY0" fmla="*/ 203200 h 914400"/>
              <a:gd name="connisteX1" fmla="*/ 203200 w 914400"/>
              <a:gd name="connsiteY1" fmla="*/ 0 h 914400"/>
              <a:gd name="connisteX2" fmla="*/ 711200 w 914400"/>
              <a:gd name="connsiteY2" fmla="*/ 0 h 914400"/>
              <a:gd name="connisteX3" fmla="*/ 914400 w 914400"/>
              <a:gd name="connsiteY3" fmla="*/ 203200 h 914400"/>
              <a:gd name="connisteX4" fmla="*/ 914400 w 914400"/>
              <a:gd name="connsiteY4" fmla="*/ 711200 h 914400"/>
              <a:gd name="connisteX5" fmla="*/ 711200 w 914400"/>
              <a:gd name="connsiteY5" fmla="*/ 914400 h 914400"/>
              <a:gd name="connisteX6" fmla="*/ 203200 w 914400"/>
              <a:gd name="connsiteY6" fmla="*/ 914400 h 914400"/>
              <a:gd name="connisteX7" fmla="*/ 0 w 914400"/>
              <a:gd name="connsiteY7" fmla="*/ 711200 h 914400"/>
              <a:gd name="connisteX8" fmla="*/ 0 w 914400"/>
              <a:gd name="connsiteY8" fmla="*/ 203200 h 91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914400" h="91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711200" y="0"/>
                </a:lnTo>
                <a:cubicBezTo>
                  <a:pt x="823424" y="0"/>
                  <a:pt x="914400" y="90976"/>
                  <a:pt x="914400" y="203200"/>
                </a:cubicBezTo>
                <a:lnTo>
                  <a:pt x="914400" y="711200"/>
                </a:lnTo>
                <a:cubicBezTo>
                  <a:pt x="914400" y="823424"/>
                  <a:pt x="823424" y="914400"/>
                  <a:pt x="711200" y="914400"/>
                </a:cubicBezTo>
                <a:lnTo>
                  <a:pt x="203200" y="914400"/>
                </a:lnTo>
                <a:cubicBezTo>
                  <a:pt x="90976" y="914400"/>
                  <a:pt x="0" y="823424"/>
                  <a:pt x="0" y="711200"/>
                </a:cubicBezTo>
                <a:lnTo>
                  <a:pt x="0" y="2032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391" hasCustomPrompt="1"/>
            <p:custDataLst>
              <p:tags r:id="rId11"/>
            </p:custDataLst>
          </p:nvPr>
        </p:nvSpPr>
        <p:spPr>
          <a:xfrm>
            <a:off x="6508750" y="2082800"/>
            <a:ext cx="546100" cy="4572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02</a:t>
            </a:r>
            <a:endParaRPr lang="zh-CN" altLang="en-US" smtClean="0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9" hasCustomPrompt="1"/>
            <p:custDataLst>
              <p:tags r:id="rId12"/>
            </p:custDataLst>
          </p:nvPr>
        </p:nvSpPr>
        <p:spPr>
          <a:xfrm>
            <a:off x="7493000" y="1752600"/>
            <a:ext cx="4089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9" name="文本占位符 18"/>
          <p:cNvSpPr>
            <a:spLocks noGrp="1"/>
          </p:cNvSpPr>
          <p:nvPr>
            <p:ph type="body" idx="16390" hasCustomPrompt="1"/>
            <p:custDataLst>
              <p:tags r:id="rId13"/>
            </p:custDataLst>
          </p:nvPr>
        </p:nvSpPr>
        <p:spPr>
          <a:xfrm>
            <a:off x="7493000" y="2260600"/>
            <a:ext cx="40894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20" name="装饰  9"/>
          <p:cNvSpPr>
            <a:spLocks noGrp="1"/>
          </p:cNvSpPr>
          <p:nvPr>
            <p:ph type="body" idx="16403" hasCustomPrompt="1"/>
            <p:custDataLst>
              <p:tags r:id="rId14"/>
            </p:custDataLst>
          </p:nvPr>
        </p:nvSpPr>
        <p:spPr>
          <a:xfrm>
            <a:off x="609600" y="3429000"/>
            <a:ext cx="914400" cy="914400"/>
          </a:xfrm>
          <a:custGeom>
            <a:avLst/>
            <a:gdLst>
              <a:gd name="connisteX0" fmla="*/ 0 w 914400"/>
              <a:gd name="connsiteY0" fmla="*/ 203200 h 914400"/>
              <a:gd name="connisteX1" fmla="*/ 203200 w 914400"/>
              <a:gd name="connsiteY1" fmla="*/ 0 h 914400"/>
              <a:gd name="connisteX2" fmla="*/ 711200 w 914400"/>
              <a:gd name="connsiteY2" fmla="*/ 0 h 914400"/>
              <a:gd name="connisteX3" fmla="*/ 914400 w 914400"/>
              <a:gd name="connsiteY3" fmla="*/ 203200 h 914400"/>
              <a:gd name="connisteX4" fmla="*/ 914400 w 914400"/>
              <a:gd name="connsiteY4" fmla="*/ 711200 h 914400"/>
              <a:gd name="connisteX5" fmla="*/ 711200 w 914400"/>
              <a:gd name="connsiteY5" fmla="*/ 914400 h 914400"/>
              <a:gd name="connisteX6" fmla="*/ 203200 w 914400"/>
              <a:gd name="connsiteY6" fmla="*/ 914400 h 914400"/>
              <a:gd name="connisteX7" fmla="*/ 0 w 914400"/>
              <a:gd name="connsiteY7" fmla="*/ 711200 h 914400"/>
              <a:gd name="connisteX8" fmla="*/ 0 w 914400"/>
              <a:gd name="connsiteY8" fmla="*/ 203200 h 91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914400" h="91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711200" y="0"/>
                </a:lnTo>
                <a:cubicBezTo>
                  <a:pt x="823424" y="0"/>
                  <a:pt x="914400" y="90976"/>
                  <a:pt x="914400" y="203200"/>
                </a:cubicBezTo>
                <a:lnTo>
                  <a:pt x="914400" y="711200"/>
                </a:lnTo>
                <a:cubicBezTo>
                  <a:pt x="914400" y="823424"/>
                  <a:pt x="823424" y="914400"/>
                  <a:pt x="711200" y="914400"/>
                </a:cubicBezTo>
                <a:lnTo>
                  <a:pt x="203200" y="914400"/>
                </a:lnTo>
                <a:cubicBezTo>
                  <a:pt x="90976" y="914400"/>
                  <a:pt x="0" y="823424"/>
                  <a:pt x="0" y="711200"/>
                </a:cubicBezTo>
                <a:lnTo>
                  <a:pt x="0" y="2032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1" name="文本占位符 20"/>
          <p:cNvSpPr>
            <a:spLocks noGrp="1"/>
          </p:cNvSpPr>
          <p:nvPr>
            <p:ph type="body" idx="16394" hasCustomPrompt="1"/>
            <p:custDataLst>
              <p:tags r:id="rId15"/>
            </p:custDataLst>
          </p:nvPr>
        </p:nvSpPr>
        <p:spPr>
          <a:xfrm>
            <a:off x="793750" y="3657600"/>
            <a:ext cx="546100" cy="4572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03</a:t>
            </a:r>
            <a:endParaRPr lang="zh-CN" altLang="en-US" smtClean="0"/>
          </a:p>
        </p:txBody>
      </p:sp>
      <p:sp>
        <p:nvSpPr>
          <p:cNvPr id="22" name="文本占位符 21"/>
          <p:cNvSpPr>
            <a:spLocks noGrp="1"/>
          </p:cNvSpPr>
          <p:nvPr>
            <p:ph type="body" idx="16392" hasCustomPrompt="1"/>
            <p:custDataLst>
              <p:tags r:id="rId16"/>
            </p:custDataLst>
          </p:nvPr>
        </p:nvSpPr>
        <p:spPr>
          <a:xfrm>
            <a:off x="1778000" y="3327400"/>
            <a:ext cx="4089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3" name="文本占位符 22"/>
          <p:cNvSpPr>
            <a:spLocks noGrp="1"/>
          </p:cNvSpPr>
          <p:nvPr>
            <p:ph type="body" idx="16393" hasCustomPrompt="1"/>
            <p:custDataLst>
              <p:tags r:id="rId17"/>
            </p:custDataLst>
          </p:nvPr>
        </p:nvSpPr>
        <p:spPr>
          <a:xfrm>
            <a:off x="1778000" y="3835400"/>
            <a:ext cx="40894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24" name="装饰  3"/>
          <p:cNvSpPr>
            <a:spLocks noGrp="1"/>
          </p:cNvSpPr>
          <p:nvPr>
            <p:ph type="body" idx="16404" hasCustomPrompt="1"/>
            <p:custDataLst>
              <p:tags r:id="rId18"/>
            </p:custDataLst>
          </p:nvPr>
        </p:nvSpPr>
        <p:spPr>
          <a:xfrm>
            <a:off x="6324600" y="3429000"/>
            <a:ext cx="914400" cy="914400"/>
          </a:xfrm>
          <a:custGeom>
            <a:avLst/>
            <a:gdLst>
              <a:gd name="connisteX0" fmla="*/ 0 w 914400"/>
              <a:gd name="connsiteY0" fmla="*/ 203200 h 914400"/>
              <a:gd name="connisteX1" fmla="*/ 203200 w 914400"/>
              <a:gd name="connsiteY1" fmla="*/ 0 h 914400"/>
              <a:gd name="connisteX2" fmla="*/ 711200 w 914400"/>
              <a:gd name="connsiteY2" fmla="*/ 0 h 914400"/>
              <a:gd name="connisteX3" fmla="*/ 914400 w 914400"/>
              <a:gd name="connsiteY3" fmla="*/ 203200 h 914400"/>
              <a:gd name="connisteX4" fmla="*/ 914400 w 914400"/>
              <a:gd name="connsiteY4" fmla="*/ 711200 h 914400"/>
              <a:gd name="connisteX5" fmla="*/ 711200 w 914400"/>
              <a:gd name="connsiteY5" fmla="*/ 914400 h 914400"/>
              <a:gd name="connisteX6" fmla="*/ 203200 w 914400"/>
              <a:gd name="connsiteY6" fmla="*/ 914400 h 914400"/>
              <a:gd name="connisteX7" fmla="*/ 0 w 914400"/>
              <a:gd name="connsiteY7" fmla="*/ 711200 h 914400"/>
              <a:gd name="connisteX8" fmla="*/ 0 w 914400"/>
              <a:gd name="connsiteY8" fmla="*/ 203200 h 91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914400" h="91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711200" y="0"/>
                </a:lnTo>
                <a:cubicBezTo>
                  <a:pt x="823424" y="0"/>
                  <a:pt x="914400" y="90976"/>
                  <a:pt x="914400" y="203200"/>
                </a:cubicBezTo>
                <a:lnTo>
                  <a:pt x="914400" y="711200"/>
                </a:lnTo>
                <a:cubicBezTo>
                  <a:pt x="914400" y="823424"/>
                  <a:pt x="823424" y="914400"/>
                  <a:pt x="711200" y="914400"/>
                </a:cubicBezTo>
                <a:lnTo>
                  <a:pt x="203200" y="914400"/>
                </a:lnTo>
                <a:cubicBezTo>
                  <a:pt x="90976" y="914400"/>
                  <a:pt x="0" y="823424"/>
                  <a:pt x="0" y="711200"/>
                </a:cubicBezTo>
                <a:lnTo>
                  <a:pt x="0" y="2032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5" name="文本占位符 24"/>
          <p:cNvSpPr>
            <a:spLocks noGrp="1"/>
          </p:cNvSpPr>
          <p:nvPr>
            <p:ph type="body" idx="16397" hasCustomPrompt="1"/>
            <p:custDataLst>
              <p:tags r:id="rId19"/>
            </p:custDataLst>
          </p:nvPr>
        </p:nvSpPr>
        <p:spPr>
          <a:xfrm>
            <a:off x="6508750" y="3657600"/>
            <a:ext cx="546100" cy="4572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04</a:t>
            </a:r>
            <a:endParaRPr lang="zh-CN" altLang="en-US" smtClean="0"/>
          </a:p>
        </p:txBody>
      </p:sp>
      <p:sp>
        <p:nvSpPr>
          <p:cNvPr id="26" name="文本占位符 25"/>
          <p:cNvSpPr>
            <a:spLocks noGrp="1"/>
          </p:cNvSpPr>
          <p:nvPr>
            <p:ph type="body" idx="16395" hasCustomPrompt="1"/>
            <p:custDataLst>
              <p:tags r:id="rId20"/>
            </p:custDataLst>
          </p:nvPr>
        </p:nvSpPr>
        <p:spPr>
          <a:xfrm>
            <a:off x="7493000" y="3327400"/>
            <a:ext cx="4089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7" name="文本占位符 26"/>
          <p:cNvSpPr>
            <a:spLocks noGrp="1"/>
          </p:cNvSpPr>
          <p:nvPr>
            <p:ph type="body" idx="16396" hasCustomPrompt="1"/>
            <p:custDataLst>
              <p:tags r:id="rId21"/>
            </p:custDataLst>
          </p:nvPr>
        </p:nvSpPr>
        <p:spPr>
          <a:xfrm>
            <a:off x="7493000" y="3835400"/>
            <a:ext cx="40894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28" name="装饰  7"/>
          <p:cNvSpPr>
            <a:spLocks noGrp="1"/>
          </p:cNvSpPr>
          <p:nvPr>
            <p:ph type="body" idx="16405" hasCustomPrompt="1"/>
            <p:custDataLst>
              <p:tags r:id="rId22"/>
            </p:custDataLst>
          </p:nvPr>
        </p:nvSpPr>
        <p:spPr>
          <a:xfrm>
            <a:off x="609600" y="5003800"/>
            <a:ext cx="914400" cy="914400"/>
          </a:xfrm>
          <a:custGeom>
            <a:avLst/>
            <a:gdLst>
              <a:gd name="connisteX0" fmla="*/ 0 w 914400"/>
              <a:gd name="connsiteY0" fmla="*/ 203200 h 914400"/>
              <a:gd name="connisteX1" fmla="*/ 203200 w 914400"/>
              <a:gd name="connsiteY1" fmla="*/ 0 h 914400"/>
              <a:gd name="connisteX2" fmla="*/ 711200 w 914400"/>
              <a:gd name="connsiteY2" fmla="*/ 0 h 914400"/>
              <a:gd name="connisteX3" fmla="*/ 914400 w 914400"/>
              <a:gd name="connsiteY3" fmla="*/ 203200 h 914400"/>
              <a:gd name="connisteX4" fmla="*/ 914400 w 914400"/>
              <a:gd name="connsiteY4" fmla="*/ 711200 h 914400"/>
              <a:gd name="connisteX5" fmla="*/ 711200 w 914400"/>
              <a:gd name="connsiteY5" fmla="*/ 914400 h 914400"/>
              <a:gd name="connisteX6" fmla="*/ 203200 w 914400"/>
              <a:gd name="connsiteY6" fmla="*/ 914400 h 914400"/>
              <a:gd name="connisteX7" fmla="*/ 0 w 914400"/>
              <a:gd name="connsiteY7" fmla="*/ 711200 h 914400"/>
              <a:gd name="connisteX8" fmla="*/ 0 w 914400"/>
              <a:gd name="connsiteY8" fmla="*/ 203200 h 91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914400" h="91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711200" y="0"/>
                </a:lnTo>
                <a:cubicBezTo>
                  <a:pt x="823424" y="0"/>
                  <a:pt x="914400" y="90976"/>
                  <a:pt x="914400" y="203200"/>
                </a:cubicBezTo>
                <a:lnTo>
                  <a:pt x="914400" y="711200"/>
                </a:lnTo>
                <a:cubicBezTo>
                  <a:pt x="914400" y="823424"/>
                  <a:pt x="823424" y="914400"/>
                  <a:pt x="711200" y="914400"/>
                </a:cubicBezTo>
                <a:lnTo>
                  <a:pt x="203200" y="914400"/>
                </a:lnTo>
                <a:cubicBezTo>
                  <a:pt x="90976" y="914400"/>
                  <a:pt x="0" y="823424"/>
                  <a:pt x="0" y="711200"/>
                </a:cubicBezTo>
                <a:lnTo>
                  <a:pt x="0" y="2032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9" name="文本占位符 28"/>
          <p:cNvSpPr>
            <a:spLocks noGrp="1"/>
          </p:cNvSpPr>
          <p:nvPr>
            <p:ph type="body" idx="16400" hasCustomPrompt="1"/>
            <p:custDataLst>
              <p:tags r:id="rId23"/>
            </p:custDataLst>
          </p:nvPr>
        </p:nvSpPr>
        <p:spPr>
          <a:xfrm>
            <a:off x="793750" y="5232400"/>
            <a:ext cx="546100" cy="4572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05</a:t>
            </a:r>
            <a:endParaRPr lang="zh-CN" altLang="en-US" smtClean="0"/>
          </a:p>
        </p:txBody>
      </p:sp>
      <p:sp>
        <p:nvSpPr>
          <p:cNvPr id="30" name="文本占位符 29"/>
          <p:cNvSpPr>
            <a:spLocks noGrp="1"/>
          </p:cNvSpPr>
          <p:nvPr>
            <p:ph type="body" idx="16398" hasCustomPrompt="1"/>
            <p:custDataLst>
              <p:tags r:id="rId24"/>
            </p:custDataLst>
          </p:nvPr>
        </p:nvSpPr>
        <p:spPr>
          <a:xfrm>
            <a:off x="1778000" y="4902200"/>
            <a:ext cx="4089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31" name="文本占位符 30"/>
          <p:cNvSpPr>
            <a:spLocks noGrp="1"/>
          </p:cNvSpPr>
          <p:nvPr>
            <p:ph type="body" idx="16399" hasCustomPrompt="1"/>
            <p:custDataLst>
              <p:tags r:id="rId25"/>
            </p:custDataLst>
          </p:nvPr>
        </p:nvSpPr>
        <p:spPr>
          <a:xfrm>
            <a:off x="1778000" y="5410200"/>
            <a:ext cx="40894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10013_18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3"/>
            <p:custDataLst>
              <p:tags r:id="rId3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2"/>
            <p:custDataLst>
              <p:tags r:id="rId4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0" name="内容占位符 9"/>
          <p:cNvSpPr>
            <a:spLocks noGrp="1"/>
          </p:cNvSpPr>
          <p:nvPr>
            <p:ph idx="16392" hasCustomPrompt="1"/>
            <p:custDataLst>
              <p:tags r:id="rId6"/>
            </p:custDataLst>
          </p:nvPr>
        </p:nvSpPr>
        <p:spPr>
          <a:xfrm>
            <a:off x="609600" y="1524000"/>
            <a:ext cx="10972800" cy="1879600"/>
          </a:xfrm>
          <a:custGeom>
            <a:avLst/>
            <a:gdLst>
              <a:gd name="connisteX0" fmla="*/ 0 w 10972800"/>
              <a:gd name="connsiteY0" fmla="*/ 203200 h 1879600"/>
              <a:gd name="connisteX1" fmla="*/ 203200 w 10972800"/>
              <a:gd name="connsiteY1" fmla="*/ 0 h 1879600"/>
              <a:gd name="connisteX2" fmla="*/ 10769600 w 10972800"/>
              <a:gd name="connsiteY2" fmla="*/ 0 h 1879600"/>
              <a:gd name="connisteX3" fmla="*/ 10972800 w 10972800"/>
              <a:gd name="connsiteY3" fmla="*/ 203200 h 1879600"/>
              <a:gd name="connisteX4" fmla="*/ 10972800 w 10972800"/>
              <a:gd name="connsiteY4" fmla="*/ 1676400 h 1879600"/>
              <a:gd name="connisteX5" fmla="*/ 10769600 w 10972800"/>
              <a:gd name="connsiteY5" fmla="*/ 1879600 h 1879600"/>
              <a:gd name="connisteX6" fmla="*/ 203200 w 10972800"/>
              <a:gd name="connsiteY6" fmla="*/ 1879600 h 1879600"/>
              <a:gd name="connisteX7" fmla="*/ 0 w 10972800"/>
              <a:gd name="connsiteY7" fmla="*/ 1676400 h 1879600"/>
              <a:gd name="connisteX8" fmla="*/ 0 w 10972800"/>
              <a:gd name="connsiteY8" fmla="*/ 203200 h 1879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0972800" h="18796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1676400"/>
                </a:lnTo>
                <a:cubicBezTo>
                  <a:pt x="10972800" y="1788624"/>
                  <a:pt x="10881824" y="1879600"/>
                  <a:pt x="10769600" y="1879600"/>
                </a:cubicBezTo>
                <a:lnTo>
                  <a:pt x="203200" y="1879600"/>
                </a:lnTo>
                <a:cubicBezTo>
                  <a:pt x="90976" y="1879600"/>
                  <a:pt x="0" y="1788624"/>
                  <a:pt x="0" y="16764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1" name="文本占位符 10"/>
          <p:cNvSpPr>
            <a:spLocks noGrp="1"/>
          </p:cNvSpPr>
          <p:nvPr>
            <p:ph type="body" idx="16386" hasCustomPrompt="1"/>
            <p:custDataLst>
              <p:tags r:id="rId7"/>
            </p:custDataLst>
          </p:nvPr>
        </p:nvSpPr>
        <p:spPr>
          <a:xfrm>
            <a:off x="609600" y="3860800"/>
            <a:ext cx="3251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2" name="文本占位符 11"/>
          <p:cNvSpPr>
            <a:spLocks noGrp="1"/>
          </p:cNvSpPr>
          <p:nvPr>
            <p:ph type="body" idx="16387" hasCustomPrompt="1"/>
            <p:custDataLst>
              <p:tags r:id="rId8"/>
            </p:custDataLst>
          </p:nvPr>
        </p:nvSpPr>
        <p:spPr>
          <a:xfrm>
            <a:off x="609600" y="4419600"/>
            <a:ext cx="32512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3" name="文本占位符 12"/>
          <p:cNvSpPr>
            <a:spLocks noGrp="1"/>
          </p:cNvSpPr>
          <p:nvPr>
            <p:ph type="body" idx="16388" hasCustomPrompt="1"/>
            <p:custDataLst>
              <p:tags r:id="rId9"/>
            </p:custDataLst>
          </p:nvPr>
        </p:nvSpPr>
        <p:spPr>
          <a:xfrm>
            <a:off x="4470400" y="3860800"/>
            <a:ext cx="3251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9" hasCustomPrompt="1"/>
            <p:custDataLst>
              <p:tags r:id="rId10"/>
            </p:custDataLst>
          </p:nvPr>
        </p:nvSpPr>
        <p:spPr>
          <a:xfrm>
            <a:off x="4470400" y="4419600"/>
            <a:ext cx="32512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390" hasCustomPrompt="1"/>
            <p:custDataLst>
              <p:tags r:id="rId11"/>
            </p:custDataLst>
          </p:nvPr>
        </p:nvSpPr>
        <p:spPr>
          <a:xfrm>
            <a:off x="8331200" y="3860800"/>
            <a:ext cx="3251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8" name="文本占位符 17"/>
          <p:cNvSpPr>
            <a:spLocks noGrp="1"/>
          </p:cNvSpPr>
          <p:nvPr>
            <p:ph type="body" idx="16391" hasCustomPrompt="1"/>
            <p:custDataLst>
              <p:tags r:id="rId12"/>
            </p:custDataLst>
          </p:nvPr>
        </p:nvSpPr>
        <p:spPr>
          <a:xfrm>
            <a:off x="8331200" y="4419600"/>
            <a:ext cx="32512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34_20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3"/>
            <p:custDataLst>
              <p:tags r:id="rId3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2"/>
            <p:custDataLst>
              <p:tags r:id="rId4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0" name="图片占位符 9"/>
          <p:cNvSpPr>
            <a:spLocks noGrp="1"/>
          </p:cNvSpPr>
          <p:nvPr>
            <p:ph type="pic" idx="16392" hasCustomPrompt="1"/>
            <p:custDataLst>
              <p:tags r:id="rId6"/>
            </p:custDataLst>
          </p:nvPr>
        </p:nvSpPr>
        <p:spPr>
          <a:xfrm>
            <a:off x="609600" y="1600200"/>
            <a:ext cx="1219200" cy="1219200"/>
          </a:xfrm>
          <a:custGeom>
            <a:avLst/>
            <a:gdLst>
              <a:gd name="connisteX0" fmla="*/ 0 w 1219200"/>
              <a:gd name="connsiteY0" fmla="*/ 609600 h 1219200"/>
              <a:gd name="connisteX1" fmla="*/ 609600 w 1219200"/>
              <a:gd name="connsiteY1" fmla="*/ 0 h 1219200"/>
              <a:gd name="connisteX2" fmla="*/ 609600 w 1219200"/>
              <a:gd name="connsiteY2" fmla="*/ 0 h 1219200"/>
              <a:gd name="connisteX3" fmla="*/ 1219200 w 1219200"/>
              <a:gd name="connsiteY3" fmla="*/ 609600 h 1219200"/>
              <a:gd name="connisteX4" fmla="*/ 1219200 w 1219200"/>
              <a:gd name="connsiteY4" fmla="*/ 609600 h 1219200"/>
              <a:gd name="connisteX5" fmla="*/ 609600 w 1219200"/>
              <a:gd name="connsiteY5" fmla="*/ 1219200 h 1219200"/>
              <a:gd name="connisteX6" fmla="*/ 609600 w 1219200"/>
              <a:gd name="connsiteY6" fmla="*/ 1219200 h 1219200"/>
              <a:gd name="connisteX7" fmla="*/ 0 w 1219200"/>
              <a:gd name="connsiteY7" fmla="*/ 609600 h 1219200"/>
              <a:gd name="connisteX8" fmla="*/ 0 w 1219200"/>
              <a:gd name="connsiteY8" fmla="*/ 609600 h 1219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219200" h="1219200">
                <a:moveTo>
                  <a:pt x="0" y="609600"/>
                </a:moveTo>
                <a:cubicBezTo>
                  <a:pt x="0" y="272927"/>
                  <a:pt x="272927" y="0"/>
                  <a:pt x="609600" y="0"/>
                </a:cubicBezTo>
                <a:lnTo>
                  <a:pt x="609600" y="0"/>
                </a:lnTo>
                <a:cubicBezTo>
                  <a:pt x="946273" y="0"/>
                  <a:pt x="1219200" y="272927"/>
                  <a:pt x="1219200" y="609600"/>
                </a:cubicBezTo>
                <a:lnTo>
                  <a:pt x="1219200" y="609600"/>
                </a:lnTo>
                <a:cubicBezTo>
                  <a:pt x="1219200" y="946273"/>
                  <a:pt x="946273" y="1219200"/>
                  <a:pt x="609600" y="1219200"/>
                </a:cubicBezTo>
                <a:lnTo>
                  <a:pt x="609600" y="1219200"/>
                </a:lnTo>
                <a:cubicBezTo>
                  <a:pt x="272927" y="1219200"/>
                  <a:pt x="0" y="946273"/>
                  <a:pt x="0" y="609600"/>
                </a:cubicBezTo>
                <a:lnTo>
                  <a:pt x="0" y="6096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1" name="文本占位符 10"/>
          <p:cNvSpPr>
            <a:spLocks noGrp="1"/>
          </p:cNvSpPr>
          <p:nvPr>
            <p:ph type="body" idx="16386" hasCustomPrompt="1"/>
            <p:custDataLst>
              <p:tags r:id="rId7"/>
            </p:custDataLst>
          </p:nvPr>
        </p:nvSpPr>
        <p:spPr>
          <a:xfrm>
            <a:off x="2082800" y="1651000"/>
            <a:ext cx="9499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buNone/>
              <a:defRPr sz="24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2" name="文本占位符 11"/>
          <p:cNvSpPr>
            <a:spLocks noGrp="1"/>
          </p:cNvSpPr>
          <p:nvPr>
            <p:ph type="body" idx="16387" hasCustomPrompt="1"/>
            <p:custDataLst>
              <p:tags r:id="rId8"/>
            </p:custDataLst>
          </p:nvPr>
        </p:nvSpPr>
        <p:spPr>
          <a:xfrm>
            <a:off x="2082800" y="2159000"/>
            <a:ext cx="94996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buNone/>
              <a:defRPr sz="16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3" name="图片占位符 12"/>
          <p:cNvSpPr>
            <a:spLocks noGrp="1"/>
          </p:cNvSpPr>
          <p:nvPr>
            <p:ph type="pic" idx="16393" hasCustomPrompt="1"/>
            <p:custDataLst>
              <p:tags r:id="rId9"/>
            </p:custDataLst>
          </p:nvPr>
        </p:nvSpPr>
        <p:spPr>
          <a:xfrm>
            <a:off x="609600" y="3276600"/>
            <a:ext cx="1219200" cy="1219200"/>
          </a:xfrm>
          <a:custGeom>
            <a:avLst/>
            <a:gdLst>
              <a:gd name="connisteX0" fmla="*/ 0 w 1219200"/>
              <a:gd name="connsiteY0" fmla="*/ 609600 h 1219200"/>
              <a:gd name="connisteX1" fmla="*/ 609600 w 1219200"/>
              <a:gd name="connsiteY1" fmla="*/ 0 h 1219200"/>
              <a:gd name="connisteX2" fmla="*/ 609600 w 1219200"/>
              <a:gd name="connsiteY2" fmla="*/ 0 h 1219200"/>
              <a:gd name="connisteX3" fmla="*/ 1219200 w 1219200"/>
              <a:gd name="connsiteY3" fmla="*/ 609600 h 1219200"/>
              <a:gd name="connisteX4" fmla="*/ 1219200 w 1219200"/>
              <a:gd name="connsiteY4" fmla="*/ 609600 h 1219200"/>
              <a:gd name="connisteX5" fmla="*/ 609600 w 1219200"/>
              <a:gd name="connsiteY5" fmla="*/ 1219200 h 1219200"/>
              <a:gd name="connisteX6" fmla="*/ 609600 w 1219200"/>
              <a:gd name="connsiteY6" fmla="*/ 1219200 h 1219200"/>
              <a:gd name="connisteX7" fmla="*/ 0 w 1219200"/>
              <a:gd name="connsiteY7" fmla="*/ 609600 h 1219200"/>
              <a:gd name="connisteX8" fmla="*/ 0 w 1219200"/>
              <a:gd name="connsiteY8" fmla="*/ 609600 h 1219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219200" h="1219200">
                <a:moveTo>
                  <a:pt x="0" y="609600"/>
                </a:moveTo>
                <a:cubicBezTo>
                  <a:pt x="0" y="272927"/>
                  <a:pt x="272927" y="0"/>
                  <a:pt x="609600" y="0"/>
                </a:cubicBezTo>
                <a:lnTo>
                  <a:pt x="609600" y="0"/>
                </a:lnTo>
                <a:cubicBezTo>
                  <a:pt x="946273" y="0"/>
                  <a:pt x="1219200" y="272927"/>
                  <a:pt x="1219200" y="609600"/>
                </a:cubicBezTo>
                <a:lnTo>
                  <a:pt x="1219200" y="609600"/>
                </a:lnTo>
                <a:cubicBezTo>
                  <a:pt x="1219200" y="946273"/>
                  <a:pt x="946273" y="1219200"/>
                  <a:pt x="609600" y="1219200"/>
                </a:cubicBezTo>
                <a:lnTo>
                  <a:pt x="609600" y="1219200"/>
                </a:lnTo>
                <a:cubicBezTo>
                  <a:pt x="272927" y="1219200"/>
                  <a:pt x="0" y="946273"/>
                  <a:pt x="0" y="609600"/>
                </a:cubicBezTo>
                <a:lnTo>
                  <a:pt x="0" y="6096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8" hasCustomPrompt="1"/>
            <p:custDataLst>
              <p:tags r:id="rId10"/>
            </p:custDataLst>
          </p:nvPr>
        </p:nvSpPr>
        <p:spPr>
          <a:xfrm>
            <a:off x="2082800" y="3327400"/>
            <a:ext cx="9499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buNone/>
              <a:defRPr sz="24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389" hasCustomPrompt="1"/>
            <p:custDataLst>
              <p:tags r:id="rId11"/>
            </p:custDataLst>
          </p:nvPr>
        </p:nvSpPr>
        <p:spPr>
          <a:xfrm>
            <a:off x="2082800" y="3835400"/>
            <a:ext cx="94996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buNone/>
              <a:defRPr sz="16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8" name="图片占位符 17"/>
          <p:cNvSpPr>
            <a:spLocks noGrp="1"/>
          </p:cNvSpPr>
          <p:nvPr>
            <p:ph type="pic" idx="16394" hasCustomPrompt="1"/>
            <p:custDataLst>
              <p:tags r:id="rId12"/>
            </p:custDataLst>
          </p:nvPr>
        </p:nvSpPr>
        <p:spPr>
          <a:xfrm>
            <a:off x="609600" y="4953000"/>
            <a:ext cx="1219200" cy="1219200"/>
          </a:xfrm>
          <a:custGeom>
            <a:avLst/>
            <a:gdLst>
              <a:gd name="connisteX0" fmla="*/ 0 w 1219200"/>
              <a:gd name="connsiteY0" fmla="*/ 609600 h 1219200"/>
              <a:gd name="connisteX1" fmla="*/ 609600 w 1219200"/>
              <a:gd name="connsiteY1" fmla="*/ 0 h 1219200"/>
              <a:gd name="connisteX2" fmla="*/ 609600 w 1219200"/>
              <a:gd name="connsiteY2" fmla="*/ 0 h 1219200"/>
              <a:gd name="connisteX3" fmla="*/ 1219200 w 1219200"/>
              <a:gd name="connsiteY3" fmla="*/ 609600 h 1219200"/>
              <a:gd name="connisteX4" fmla="*/ 1219200 w 1219200"/>
              <a:gd name="connsiteY4" fmla="*/ 609600 h 1219200"/>
              <a:gd name="connisteX5" fmla="*/ 609600 w 1219200"/>
              <a:gd name="connsiteY5" fmla="*/ 1219200 h 1219200"/>
              <a:gd name="connisteX6" fmla="*/ 609600 w 1219200"/>
              <a:gd name="connsiteY6" fmla="*/ 1219200 h 1219200"/>
              <a:gd name="connisteX7" fmla="*/ 0 w 1219200"/>
              <a:gd name="connsiteY7" fmla="*/ 609600 h 1219200"/>
              <a:gd name="connisteX8" fmla="*/ 0 w 1219200"/>
              <a:gd name="connsiteY8" fmla="*/ 609600 h 1219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219200" h="1219200">
                <a:moveTo>
                  <a:pt x="0" y="609600"/>
                </a:moveTo>
                <a:cubicBezTo>
                  <a:pt x="0" y="272927"/>
                  <a:pt x="272927" y="0"/>
                  <a:pt x="609600" y="0"/>
                </a:cubicBezTo>
                <a:lnTo>
                  <a:pt x="609600" y="0"/>
                </a:lnTo>
                <a:cubicBezTo>
                  <a:pt x="946273" y="0"/>
                  <a:pt x="1219200" y="272927"/>
                  <a:pt x="1219200" y="609600"/>
                </a:cubicBezTo>
                <a:lnTo>
                  <a:pt x="1219200" y="609600"/>
                </a:lnTo>
                <a:cubicBezTo>
                  <a:pt x="1219200" y="946273"/>
                  <a:pt x="946273" y="1219200"/>
                  <a:pt x="609600" y="1219200"/>
                </a:cubicBezTo>
                <a:lnTo>
                  <a:pt x="609600" y="1219200"/>
                </a:lnTo>
                <a:cubicBezTo>
                  <a:pt x="272927" y="1219200"/>
                  <a:pt x="0" y="946273"/>
                  <a:pt x="0" y="609600"/>
                </a:cubicBezTo>
                <a:lnTo>
                  <a:pt x="0" y="6096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9" name="文本占位符 18"/>
          <p:cNvSpPr>
            <a:spLocks noGrp="1"/>
          </p:cNvSpPr>
          <p:nvPr>
            <p:ph type="body" idx="16390" hasCustomPrompt="1"/>
            <p:custDataLst>
              <p:tags r:id="rId13"/>
            </p:custDataLst>
          </p:nvPr>
        </p:nvSpPr>
        <p:spPr>
          <a:xfrm>
            <a:off x="2082800" y="5003800"/>
            <a:ext cx="9499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buNone/>
              <a:defRPr sz="24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0" name="文本占位符 19"/>
          <p:cNvSpPr>
            <a:spLocks noGrp="1"/>
          </p:cNvSpPr>
          <p:nvPr>
            <p:ph type="body" idx="16391" hasCustomPrompt="1"/>
            <p:custDataLst>
              <p:tags r:id="rId14"/>
            </p:custDataLst>
          </p:nvPr>
        </p:nvSpPr>
        <p:spPr>
          <a:xfrm>
            <a:off x="2082800" y="5511800"/>
            <a:ext cx="94996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buNone/>
              <a:defRPr sz="16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62_10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3"/>
            <p:custDataLst>
              <p:tags r:id="rId3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2"/>
            <p:custDataLst>
              <p:tags r:id="rId4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34290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0" name="内容占位符 9"/>
          <p:cNvSpPr>
            <a:spLocks noGrp="1"/>
          </p:cNvSpPr>
          <p:nvPr>
            <p:ph idx="16390" hasCustomPrompt="1"/>
            <p:custDataLst>
              <p:tags r:id="rId6"/>
            </p:custDataLst>
          </p:nvPr>
        </p:nvSpPr>
        <p:spPr>
          <a:xfrm>
            <a:off x="609600" y="2794000"/>
            <a:ext cx="10972800" cy="3454400"/>
          </a:xfrm>
          <a:custGeom>
            <a:avLst/>
            <a:gdLst>
              <a:gd name="connisteX0" fmla="*/ 0 w 10972800"/>
              <a:gd name="connsiteY0" fmla="*/ 203200 h 3454400"/>
              <a:gd name="connisteX1" fmla="*/ 203200 w 10972800"/>
              <a:gd name="connsiteY1" fmla="*/ 0 h 3454400"/>
              <a:gd name="connisteX2" fmla="*/ 10769600 w 10972800"/>
              <a:gd name="connsiteY2" fmla="*/ 0 h 3454400"/>
              <a:gd name="connisteX3" fmla="*/ 10972800 w 10972800"/>
              <a:gd name="connsiteY3" fmla="*/ 203200 h 3454400"/>
              <a:gd name="connisteX4" fmla="*/ 10972800 w 10972800"/>
              <a:gd name="connsiteY4" fmla="*/ 3251200 h 3454400"/>
              <a:gd name="connisteX5" fmla="*/ 10769600 w 10972800"/>
              <a:gd name="connsiteY5" fmla="*/ 3454400 h 3454400"/>
              <a:gd name="connisteX6" fmla="*/ 203200 w 10972800"/>
              <a:gd name="connsiteY6" fmla="*/ 3454400 h 3454400"/>
              <a:gd name="connisteX7" fmla="*/ 0 w 10972800"/>
              <a:gd name="connsiteY7" fmla="*/ 3251200 h 3454400"/>
              <a:gd name="connisteX8" fmla="*/ 0 w 10972800"/>
              <a:gd name="connsiteY8" fmla="*/ 203200 h 345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0972800" h="345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3251200"/>
                </a:lnTo>
                <a:cubicBezTo>
                  <a:pt x="10972800" y="3363424"/>
                  <a:pt x="10881824" y="3454400"/>
                  <a:pt x="10769600" y="3454400"/>
                </a:cubicBezTo>
                <a:lnTo>
                  <a:pt x="203200" y="3454400"/>
                </a:lnTo>
                <a:cubicBezTo>
                  <a:pt x="90976" y="3454400"/>
                  <a:pt x="0" y="3363424"/>
                  <a:pt x="0" y="32512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1" name="装饰  0"/>
          <p:cNvSpPr>
            <a:spLocks noGrp="1"/>
          </p:cNvSpPr>
          <p:nvPr>
            <p:ph type="body" idx="16391" hasCustomPrompt="1"/>
            <p:custDataLst>
              <p:tags r:id="rId7"/>
            </p:custDataLst>
          </p:nvPr>
        </p:nvSpPr>
        <p:spPr>
          <a:xfrm>
            <a:off x="4648200" y="609600"/>
            <a:ext cx="50800" cy="1727200"/>
          </a:xfrm>
          <a:custGeom>
            <a:avLst/>
            <a:gdLst>
              <a:gd name="connisteX0" fmla="*/ 0 w 50800"/>
              <a:gd name="connsiteY0" fmla="*/ 25400 h 1727200"/>
              <a:gd name="connisteX1" fmla="*/ 25400 w 50800"/>
              <a:gd name="connsiteY1" fmla="*/ 0 h 1727200"/>
              <a:gd name="connisteX2" fmla="*/ 25400 w 50800"/>
              <a:gd name="connsiteY2" fmla="*/ 0 h 1727200"/>
              <a:gd name="connisteX3" fmla="*/ 50800 w 50800"/>
              <a:gd name="connsiteY3" fmla="*/ 25400 h 1727200"/>
              <a:gd name="connisteX4" fmla="*/ 50800 w 50800"/>
              <a:gd name="connsiteY4" fmla="*/ 1701800 h 1727200"/>
              <a:gd name="connisteX5" fmla="*/ 25400 w 50800"/>
              <a:gd name="connsiteY5" fmla="*/ 1727200 h 1727200"/>
              <a:gd name="connisteX6" fmla="*/ 25400 w 50800"/>
              <a:gd name="connsiteY6" fmla="*/ 1727200 h 1727200"/>
              <a:gd name="connisteX7" fmla="*/ 0 w 50800"/>
              <a:gd name="connsiteY7" fmla="*/ 1701800 h 1727200"/>
              <a:gd name="connisteX8" fmla="*/ 0 w 50800"/>
              <a:gd name="connsiteY8" fmla="*/ 25400 h 1727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7272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701800"/>
                </a:lnTo>
                <a:cubicBezTo>
                  <a:pt x="50800" y="1715828"/>
                  <a:pt x="39428" y="1727200"/>
                  <a:pt x="25400" y="1727200"/>
                </a:cubicBezTo>
                <a:lnTo>
                  <a:pt x="25400" y="1727200"/>
                </a:lnTo>
                <a:cubicBezTo>
                  <a:pt x="11372" y="1727200"/>
                  <a:pt x="0" y="1715828"/>
                  <a:pt x="0" y="17018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2" name="文本占位符 11"/>
          <p:cNvSpPr>
            <a:spLocks noGrp="1"/>
          </p:cNvSpPr>
          <p:nvPr>
            <p:ph type="body" idx="16386" hasCustomPrompt="1"/>
            <p:custDataLst>
              <p:tags r:id="rId8"/>
            </p:custDataLst>
          </p:nvPr>
        </p:nvSpPr>
        <p:spPr>
          <a:xfrm>
            <a:off x="4800600" y="609600"/>
            <a:ext cx="30099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13" name="文本占位符 12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4800600" y="1117600"/>
            <a:ext cx="30099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5" name="装饰  4"/>
          <p:cNvSpPr>
            <a:spLocks noGrp="1"/>
          </p:cNvSpPr>
          <p:nvPr>
            <p:ph type="body" idx="16392" hasCustomPrompt="1"/>
            <p:custDataLst>
              <p:tags r:id="rId10"/>
            </p:custDataLst>
          </p:nvPr>
        </p:nvSpPr>
        <p:spPr>
          <a:xfrm>
            <a:off x="8420100" y="609600"/>
            <a:ext cx="50800" cy="1727200"/>
          </a:xfrm>
          <a:custGeom>
            <a:avLst/>
            <a:gdLst>
              <a:gd name="connisteX0" fmla="*/ 0 w 50800"/>
              <a:gd name="connsiteY0" fmla="*/ 25400 h 1727200"/>
              <a:gd name="connisteX1" fmla="*/ 25400 w 50800"/>
              <a:gd name="connsiteY1" fmla="*/ 0 h 1727200"/>
              <a:gd name="connisteX2" fmla="*/ 25400 w 50800"/>
              <a:gd name="connsiteY2" fmla="*/ 0 h 1727200"/>
              <a:gd name="connisteX3" fmla="*/ 50800 w 50800"/>
              <a:gd name="connsiteY3" fmla="*/ 25400 h 1727200"/>
              <a:gd name="connisteX4" fmla="*/ 50800 w 50800"/>
              <a:gd name="connsiteY4" fmla="*/ 1701800 h 1727200"/>
              <a:gd name="connisteX5" fmla="*/ 25400 w 50800"/>
              <a:gd name="connsiteY5" fmla="*/ 1727200 h 1727200"/>
              <a:gd name="connisteX6" fmla="*/ 25400 w 50800"/>
              <a:gd name="connsiteY6" fmla="*/ 1727200 h 1727200"/>
              <a:gd name="connisteX7" fmla="*/ 0 w 50800"/>
              <a:gd name="connsiteY7" fmla="*/ 1701800 h 1727200"/>
              <a:gd name="connisteX8" fmla="*/ 0 w 50800"/>
              <a:gd name="connsiteY8" fmla="*/ 25400 h 1727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7272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701800"/>
                </a:lnTo>
                <a:cubicBezTo>
                  <a:pt x="50800" y="1715828"/>
                  <a:pt x="39428" y="1727200"/>
                  <a:pt x="25400" y="1727200"/>
                </a:cubicBezTo>
                <a:lnTo>
                  <a:pt x="25400" y="1727200"/>
                </a:lnTo>
                <a:cubicBezTo>
                  <a:pt x="11372" y="1727200"/>
                  <a:pt x="0" y="1715828"/>
                  <a:pt x="0" y="17018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388" hasCustomPrompt="1"/>
            <p:custDataLst>
              <p:tags r:id="rId11"/>
            </p:custDataLst>
          </p:nvPr>
        </p:nvSpPr>
        <p:spPr>
          <a:xfrm>
            <a:off x="8572500" y="609600"/>
            <a:ext cx="30099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9" hasCustomPrompt="1"/>
            <p:custDataLst>
              <p:tags r:id="rId12"/>
            </p:custDataLst>
          </p:nvPr>
        </p:nvSpPr>
        <p:spPr>
          <a:xfrm>
            <a:off x="8572500" y="1117600"/>
            <a:ext cx="30099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-1-5_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3"/>
            <p:custDataLst>
              <p:tags r:id="rId3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2"/>
            <p:custDataLst>
              <p:tags r:id="rId4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副标题 8"/>
          <p:cNvSpPr>
            <a:spLocks noGrp="1"/>
          </p:cNvSpPr>
          <p:nvPr>
            <p:ph type="subTitle" idx="16386" hasCustomPrompt="1"/>
            <p:custDataLst>
              <p:tags r:id="rId5"/>
            </p:custDataLst>
          </p:nvPr>
        </p:nvSpPr>
        <p:spPr>
          <a:xfrm>
            <a:off x="761471" y="2667000"/>
            <a:ext cx="2363258" cy="4572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zh-CN" altLang="en-US"/>
              <a:t>CONTENTS</a:t>
            </a:r>
            <a:endParaRPr lang="zh-CN" altLang="en-US"/>
          </a:p>
        </p:txBody>
      </p:sp>
      <p:sp>
        <p:nvSpPr>
          <p:cNvPr id="10" name="标题 9"/>
          <p:cNvSpPr>
            <a:spLocks noGrp="1"/>
          </p:cNvSpPr>
          <p:nvPr>
            <p:ph type="ctrTitle" idx="16385" hasCustomPrompt="1"/>
            <p:custDataLst>
              <p:tags r:id="rId6"/>
            </p:custDataLst>
          </p:nvPr>
        </p:nvSpPr>
        <p:spPr>
          <a:xfrm>
            <a:off x="760942" y="3175000"/>
            <a:ext cx="2364317" cy="7620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04000"/>
              </a:lnSpc>
              <a:spcBef>
                <a:spcPct val="0"/>
              </a:spcBef>
              <a:spcAft>
                <a:spcPct val="0"/>
              </a:spcAft>
              <a:buNone/>
              <a:defRPr sz="4800" b="1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目录</a:t>
            </a:r>
            <a:endParaRPr lang="zh-CN" altLang="en-US"/>
          </a:p>
        </p:txBody>
      </p:sp>
      <p:sp>
        <p:nvSpPr>
          <p:cNvPr id="11" name="文本占位符 10"/>
          <p:cNvSpPr>
            <a:spLocks noGrp="1"/>
          </p:cNvSpPr>
          <p:nvPr>
            <p:ph type="body" idx="16388" hasCustomPrompt="1"/>
            <p:custDataLst>
              <p:tags r:id="rId7"/>
            </p:custDataLst>
          </p:nvPr>
        </p:nvSpPr>
        <p:spPr>
          <a:xfrm>
            <a:off x="4070350" y="22860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buNone/>
              <a:defRPr sz="4000" b="0" spc="0">
                <a:solidFill>
                  <a:schemeClr val="accent1"/>
                </a:solidFill>
              </a:defRPr>
            </a:lvl1pPr>
            <a:lvl5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 smtClean="0"/>
              <a:t>01</a:t>
            </a:r>
            <a:endParaRPr lang="zh-CN" altLang="en-US" smtClean="0"/>
          </a:p>
        </p:txBody>
      </p:sp>
      <p:sp>
        <p:nvSpPr>
          <p:cNvPr id="12" name="装饰  1"/>
          <p:cNvSpPr>
            <a:spLocks noGrp="1"/>
          </p:cNvSpPr>
          <p:nvPr>
            <p:ph type="body" idx="16395" hasCustomPrompt="1"/>
            <p:custDataLst>
              <p:tags r:id="rId8"/>
            </p:custDataLst>
          </p:nvPr>
        </p:nvSpPr>
        <p:spPr>
          <a:xfrm>
            <a:off x="4851400" y="22098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 marL="0" indent="0">
              <a:buNone/>
              <a:defRPr/>
            </a:lvl5pPr>
          </a:lstStyle>
          <a:p>
            <a:pPr lvl="4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文本占位符 12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5080000" y="21336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buNone/>
              <a:defRPr sz="24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90" hasCustomPrompt="1"/>
            <p:custDataLst>
              <p:tags r:id="rId10"/>
            </p:custDataLst>
          </p:nvPr>
        </p:nvSpPr>
        <p:spPr>
          <a:xfrm>
            <a:off x="7994650" y="22860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buNone/>
              <a:defRPr sz="4000" b="0" spc="0">
                <a:solidFill>
                  <a:schemeClr val="accent1"/>
                </a:solidFill>
              </a:defRPr>
            </a:lvl1pPr>
            <a:lvl5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 smtClean="0"/>
              <a:t>02</a:t>
            </a:r>
            <a:endParaRPr lang="zh-CN" altLang="en-US" smtClean="0"/>
          </a:p>
        </p:txBody>
      </p:sp>
      <p:sp>
        <p:nvSpPr>
          <p:cNvPr id="17" name="装饰  6"/>
          <p:cNvSpPr>
            <a:spLocks noGrp="1"/>
          </p:cNvSpPr>
          <p:nvPr>
            <p:ph type="body" idx="16396" hasCustomPrompt="1"/>
            <p:custDataLst>
              <p:tags r:id="rId11"/>
            </p:custDataLst>
          </p:nvPr>
        </p:nvSpPr>
        <p:spPr>
          <a:xfrm>
            <a:off x="8775700" y="22098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 marL="0" indent="0">
              <a:buNone/>
              <a:defRPr/>
            </a:lvl5pPr>
          </a:lstStyle>
          <a:p>
            <a:pPr lvl="4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9" hasCustomPrompt="1"/>
            <p:custDataLst>
              <p:tags r:id="rId12"/>
            </p:custDataLst>
          </p:nvPr>
        </p:nvSpPr>
        <p:spPr>
          <a:xfrm>
            <a:off x="9004300" y="21336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buNone/>
              <a:defRPr sz="24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9" name="文本占位符 18"/>
          <p:cNvSpPr>
            <a:spLocks noGrp="1"/>
          </p:cNvSpPr>
          <p:nvPr>
            <p:ph type="body" idx="16392" hasCustomPrompt="1"/>
            <p:custDataLst>
              <p:tags r:id="rId13"/>
            </p:custDataLst>
          </p:nvPr>
        </p:nvSpPr>
        <p:spPr>
          <a:xfrm>
            <a:off x="4070350" y="39624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buNone/>
              <a:defRPr sz="4000" b="0" spc="0">
                <a:solidFill>
                  <a:schemeClr val="accent1"/>
                </a:solidFill>
              </a:defRPr>
            </a:lvl1pPr>
            <a:lvl5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 smtClean="0"/>
              <a:t>03</a:t>
            </a:r>
            <a:endParaRPr lang="zh-CN" altLang="en-US" smtClean="0"/>
          </a:p>
        </p:txBody>
      </p:sp>
      <p:sp>
        <p:nvSpPr>
          <p:cNvPr id="20" name="装饰  9"/>
          <p:cNvSpPr>
            <a:spLocks noGrp="1"/>
          </p:cNvSpPr>
          <p:nvPr>
            <p:ph type="body" idx="16397" hasCustomPrompt="1"/>
            <p:custDataLst>
              <p:tags r:id="rId14"/>
            </p:custDataLst>
          </p:nvPr>
        </p:nvSpPr>
        <p:spPr>
          <a:xfrm>
            <a:off x="4851400" y="38862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 marL="0" indent="0">
              <a:buNone/>
              <a:defRPr/>
            </a:lvl5pPr>
          </a:lstStyle>
          <a:p>
            <a:pPr lvl="4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1" name="文本占位符 20"/>
          <p:cNvSpPr>
            <a:spLocks noGrp="1"/>
          </p:cNvSpPr>
          <p:nvPr>
            <p:ph type="body" idx="16391" hasCustomPrompt="1"/>
            <p:custDataLst>
              <p:tags r:id="rId15"/>
            </p:custDataLst>
          </p:nvPr>
        </p:nvSpPr>
        <p:spPr>
          <a:xfrm>
            <a:off x="5080000" y="38100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buNone/>
              <a:defRPr sz="24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2" name="文本占位符 21"/>
          <p:cNvSpPr>
            <a:spLocks noGrp="1"/>
          </p:cNvSpPr>
          <p:nvPr>
            <p:ph type="body" idx="16394" hasCustomPrompt="1"/>
            <p:custDataLst>
              <p:tags r:id="rId16"/>
            </p:custDataLst>
          </p:nvPr>
        </p:nvSpPr>
        <p:spPr>
          <a:xfrm>
            <a:off x="7994650" y="39624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buNone/>
              <a:defRPr sz="4000" b="0" spc="0">
                <a:solidFill>
                  <a:schemeClr val="accent1"/>
                </a:solidFill>
              </a:defRPr>
            </a:lvl1pPr>
            <a:lvl5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 smtClean="0"/>
              <a:t>04</a:t>
            </a:r>
            <a:endParaRPr lang="zh-CN" altLang="en-US" smtClean="0"/>
          </a:p>
        </p:txBody>
      </p:sp>
      <p:sp>
        <p:nvSpPr>
          <p:cNvPr id="23" name="装饰  2"/>
          <p:cNvSpPr>
            <a:spLocks noGrp="1"/>
          </p:cNvSpPr>
          <p:nvPr>
            <p:ph type="body" idx="16398" hasCustomPrompt="1"/>
            <p:custDataLst>
              <p:tags r:id="rId17"/>
            </p:custDataLst>
          </p:nvPr>
        </p:nvSpPr>
        <p:spPr>
          <a:xfrm>
            <a:off x="8775700" y="38862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 marL="0" indent="0">
              <a:buNone/>
              <a:defRPr/>
            </a:lvl5pPr>
          </a:lstStyle>
          <a:p>
            <a:pPr lvl="4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4" name="文本占位符 23"/>
          <p:cNvSpPr>
            <a:spLocks noGrp="1"/>
          </p:cNvSpPr>
          <p:nvPr>
            <p:ph type="body" idx="16393" hasCustomPrompt="1"/>
            <p:custDataLst>
              <p:tags r:id="rId18"/>
            </p:custDataLst>
          </p:nvPr>
        </p:nvSpPr>
        <p:spPr>
          <a:xfrm>
            <a:off x="9004300" y="38100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buNone/>
              <a:defRPr sz="24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-1-5_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3"/>
            <p:custDataLst>
              <p:tags r:id="rId3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2"/>
            <p:custDataLst>
              <p:tags r:id="rId4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副标题 8"/>
          <p:cNvSpPr>
            <a:spLocks noGrp="1"/>
          </p:cNvSpPr>
          <p:nvPr>
            <p:ph type="subTitle" idx="16386" hasCustomPrompt="1"/>
            <p:custDataLst>
              <p:tags r:id="rId5"/>
            </p:custDataLst>
          </p:nvPr>
        </p:nvSpPr>
        <p:spPr>
          <a:xfrm>
            <a:off x="761471" y="2667000"/>
            <a:ext cx="2363258" cy="4572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zh-CN" altLang="en-US"/>
              <a:t>CONTENTS</a:t>
            </a:r>
            <a:endParaRPr lang="zh-CN" altLang="en-US"/>
          </a:p>
        </p:txBody>
      </p:sp>
      <p:sp>
        <p:nvSpPr>
          <p:cNvPr id="10" name="标题 9"/>
          <p:cNvSpPr>
            <a:spLocks noGrp="1"/>
          </p:cNvSpPr>
          <p:nvPr>
            <p:ph type="ctrTitle" idx="16385" hasCustomPrompt="1"/>
            <p:custDataLst>
              <p:tags r:id="rId6"/>
            </p:custDataLst>
          </p:nvPr>
        </p:nvSpPr>
        <p:spPr>
          <a:xfrm>
            <a:off x="760942" y="3175000"/>
            <a:ext cx="2364317" cy="7620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04000"/>
              </a:lnSpc>
              <a:spcBef>
                <a:spcPct val="0"/>
              </a:spcBef>
              <a:spcAft>
                <a:spcPct val="0"/>
              </a:spcAft>
              <a:buNone/>
              <a:defRPr sz="4800" b="1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目录</a:t>
            </a:r>
            <a:endParaRPr lang="zh-CN" altLang="en-US"/>
          </a:p>
        </p:txBody>
      </p:sp>
      <p:sp>
        <p:nvSpPr>
          <p:cNvPr id="11" name="文本占位符 10"/>
          <p:cNvSpPr>
            <a:spLocks noGrp="1"/>
          </p:cNvSpPr>
          <p:nvPr>
            <p:ph type="body" idx="16388" hasCustomPrompt="1"/>
            <p:custDataLst>
              <p:tags r:id="rId7"/>
            </p:custDataLst>
          </p:nvPr>
        </p:nvSpPr>
        <p:spPr>
          <a:xfrm>
            <a:off x="4070350" y="22860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01</a:t>
            </a:r>
            <a:endParaRPr lang="zh-CN" altLang="en-US" smtClean="0"/>
          </a:p>
        </p:txBody>
      </p:sp>
      <p:sp>
        <p:nvSpPr>
          <p:cNvPr id="12" name="装饰  1"/>
          <p:cNvSpPr>
            <a:spLocks noGrp="1"/>
          </p:cNvSpPr>
          <p:nvPr>
            <p:ph type="body" idx="16395" hasCustomPrompt="1"/>
            <p:custDataLst>
              <p:tags r:id="rId8"/>
            </p:custDataLst>
          </p:nvPr>
        </p:nvSpPr>
        <p:spPr>
          <a:xfrm>
            <a:off x="4851400" y="22098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文本占位符 12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5080000" y="21336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90" hasCustomPrompt="1"/>
            <p:custDataLst>
              <p:tags r:id="rId10"/>
            </p:custDataLst>
          </p:nvPr>
        </p:nvSpPr>
        <p:spPr>
          <a:xfrm>
            <a:off x="7994650" y="22860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02</a:t>
            </a:r>
            <a:endParaRPr lang="zh-CN" altLang="en-US" smtClean="0"/>
          </a:p>
        </p:txBody>
      </p:sp>
      <p:sp>
        <p:nvSpPr>
          <p:cNvPr id="17" name="装饰  6"/>
          <p:cNvSpPr>
            <a:spLocks noGrp="1"/>
          </p:cNvSpPr>
          <p:nvPr>
            <p:ph type="body" idx="16396" hasCustomPrompt="1"/>
            <p:custDataLst>
              <p:tags r:id="rId11"/>
            </p:custDataLst>
          </p:nvPr>
        </p:nvSpPr>
        <p:spPr>
          <a:xfrm>
            <a:off x="8775700" y="22098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9" hasCustomPrompt="1"/>
            <p:custDataLst>
              <p:tags r:id="rId12"/>
            </p:custDataLst>
          </p:nvPr>
        </p:nvSpPr>
        <p:spPr>
          <a:xfrm>
            <a:off x="9004300" y="21336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9" name="文本占位符 18"/>
          <p:cNvSpPr>
            <a:spLocks noGrp="1"/>
          </p:cNvSpPr>
          <p:nvPr>
            <p:ph type="body" idx="16392" hasCustomPrompt="1"/>
            <p:custDataLst>
              <p:tags r:id="rId13"/>
            </p:custDataLst>
          </p:nvPr>
        </p:nvSpPr>
        <p:spPr>
          <a:xfrm>
            <a:off x="4070350" y="39624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03</a:t>
            </a:r>
            <a:endParaRPr lang="zh-CN" altLang="en-US" smtClean="0"/>
          </a:p>
        </p:txBody>
      </p:sp>
      <p:sp>
        <p:nvSpPr>
          <p:cNvPr id="20" name="装饰  9"/>
          <p:cNvSpPr>
            <a:spLocks noGrp="1"/>
          </p:cNvSpPr>
          <p:nvPr>
            <p:ph type="body" idx="16397" hasCustomPrompt="1"/>
            <p:custDataLst>
              <p:tags r:id="rId14"/>
            </p:custDataLst>
          </p:nvPr>
        </p:nvSpPr>
        <p:spPr>
          <a:xfrm>
            <a:off x="4851400" y="38862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1" name="文本占位符 20"/>
          <p:cNvSpPr>
            <a:spLocks noGrp="1"/>
          </p:cNvSpPr>
          <p:nvPr>
            <p:ph type="body" idx="16391" hasCustomPrompt="1"/>
            <p:custDataLst>
              <p:tags r:id="rId15"/>
            </p:custDataLst>
          </p:nvPr>
        </p:nvSpPr>
        <p:spPr>
          <a:xfrm>
            <a:off x="5080000" y="38100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2" name="文本占位符 21"/>
          <p:cNvSpPr>
            <a:spLocks noGrp="1"/>
          </p:cNvSpPr>
          <p:nvPr>
            <p:ph type="body" idx="16394" hasCustomPrompt="1"/>
            <p:custDataLst>
              <p:tags r:id="rId16"/>
            </p:custDataLst>
          </p:nvPr>
        </p:nvSpPr>
        <p:spPr>
          <a:xfrm>
            <a:off x="7994650" y="39624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04</a:t>
            </a:r>
            <a:endParaRPr lang="zh-CN" altLang="en-US" smtClean="0"/>
          </a:p>
        </p:txBody>
      </p:sp>
      <p:sp>
        <p:nvSpPr>
          <p:cNvPr id="23" name="装饰  2"/>
          <p:cNvSpPr>
            <a:spLocks noGrp="1"/>
          </p:cNvSpPr>
          <p:nvPr>
            <p:ph type="body" idx="16398" hasCustomPrompt="1"/>
            <p:custDataLst>
              <p:tags r:id="rId17"/>
            </p:custDataLst>
          </p:nvPr>
        </p:nvSpPr>
        <p:spPr>
          <a:xfrm>
            <a:off x="8775700" y="38862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4" name="文本占位符 23"/>
          <p:cNvSpPr>
            <a:spLocks noGrp="1"/>
          </p:cNvSpPr>
          <p:nvPr>
            <p:ph type="body" idx="16393" hasCustomPrompt="1"/>
            <p:custDataLst>
              <p:tags r:id="rId18"/>
            </p:custDataLst>
          </p:nvPr>
        </p:nvSpPr>
        <p:spPr>
          <a:xfrm>
            <a:off x="9004300" y="38100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标题 13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wrap="square">
            <a:normAutofit/>
          </a:bodyPr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6" name="内容占位符 15"/>
          <p:cNvSpPr>
            <a:spLocks noGrp="1"/>
          </p:cNvSpPr>
          <p:nvPr>
            <p:ph idx="1"/>
            <p:custDataLst>
              <p:tags r:id="rId3"/>
            </p:custDataLst>
          </p:nvPr>
        </p:nvSpPr>
        <p:spPr/>
        <p:txBody>
          <a:bodyPr wrap="square">
            <a:normAutofit/>
          </a:bodyPr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  <p:custDataLst>
              <p:tags r:id="rId4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3"/>
            <p:custDataLst>
              <p:tags r:id="rId5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2"/>
            <p:custDataLst>
              <p:tags r:id="rId6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任意多边形: 形状 31"/>
          <p:cNvSpPr/>
          <p:nvPr userDrawn="1">
            <p:custDataLst>
              <p:tags r:id="rId2"/>
            </p:custDataLst>
          </p:nvPr>
        </p:nvSpPr>
        <p:spPr>
          <a:xfrm>
            <a:off x="11348290" y="5086154"/>
            <a:ext cx="843710" cy="1727100"/>
          </a:xfrm>
          <a:custGeom>
            <a:avLst/>
            <a:gdLst>
              <a:gd name="connsiteX0" fmla="*/ 1521923 w 3043846"/>
              <a:gd name="connsiteY0" fmla="*/ 0 h 3115424"/>
              <a:gd name="connsiteX1" fmla="*/ 3043846 w 3043846"/>
              <a:gd name="connsiteY1" fmla="*/ 1557712 h 3115424"/>
              <a:gd name="connsiteX2" fmla="*/ 1521923 w 3043846"/>
              <a:gd name="connsiteY2" fmla="*/ 3115424 h 3115424"/>
              <a:gd name="connsiteX3" fmla="*/ 0 w 3043846"/>
              <a:gd name="connsiteY3" fmla="*/ 1557712 h 3115424"/>
              <a:gd name="connsiteX4" fmla="*/ 1521923 w 3043846"/>
              <a:gd name="connsiteY4" fmla="*/ 0 h 3115424"/>
              <a:gd name="connsiteX5" fmla="*/ 1521923 w 3043846"/>
              <a:gd name="connsiteY5" fmla="*/ 645199 h 3115424"/>
              <a:gd name="connsiteX6" fmla="*/ 630375 w 3043846"/>
              <a:gd name="connsiteY6" fmla="*/ 1557712 h 3115424"/>
              <a:gd name="connsiteX7" fmla="*/ 1521923 w 3043846"/>
              <a:gd name="connsiteY7" fmla="*/ 2470225 h 3115424"/>
              <a:gd name="connsiteX8" fmla="*/ 2413471 w 3043846"/>
              <a:gd name="connsiteY8" fmla="*/ 1557712 h 3115424"/>
              <a:gd name="connsiteX9" fmla="*/ 1521923 w 3043846"/>
              <a:gd name="connsiteY9" fmla="*/ 645199 h 31154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329" h="2720">
                <a:moveTo>
                  <a:pt x="1329" y="0"/>
                </a:moveTo>
                <a:lnTo>
                  <a:pt x="1329" y="758"/>
                </a:lnTo>
                <a:lnTo>
                  <a:pt x="741" y="1360"/>
                </a:lnTo>
                <a:lnTo>
                  <a:pt x="1329" y="1962"/>
                </a:lnTo>
                <a:lnTo>
                  <a:pt x="1329" y="2720"/>
                </a:lnTo>
                <a:lnTo>
                  <a:pt x="0" y="1360"/>
                </a:lnTo>
                <a:lnTo>
                  <a:pt x="1329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4929187" y="811262"/>
            <a:ext cx="1977755" cy="1081088"/>
          </a:xfrm>
        </p:spPr>
        <p:txBody>
          <a:bodyPr wrap="square" anchor="b">
            <a:normAutofit/>
          </a:bodyPr>
          <a:lstStyle>
            <a:lvl1pPr algn="ctr">
              <a:defRPr kumimoji="0" lang="zh-CN" altLang="en-US" sz="6000" b="0" i="0" u="none" strike="noStrike" kern="1200" cap="none" spc="0" normalizeH="0" baseline="0" noProof="1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j-ea"/>
                <a:cs typeface="阿里巴巴普惠体 R" panose="00020600040101010101" pitchFamily="18" charset="-122"/>
              </a:defRPr>
            </a:lvl1pPr>
          </a:lstStyle>
          <a:p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pic>
        <p:nvPicPr>
          <p:cNvPr id="19" name="图片 18"/>
          <p:cNvPicPr>
            <a:picLocks noChangeAspect="1"/>
          </p:cNvPicPr>
          <p:nvPr userDrawn="1">
            <p:custDataLst>
              <p:tags r:id="rId7"/>
            </p:custDataLst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123" b="63781"/>
          <a:stretch>
            <a:fillRect/>
          </a:stretch>
        </p:blipFill>
        <p:spPr>
          <a:xfrm flipH="1">
            <a:off x="0" y="0"/>
            <a:ext cx="948176" cy="970472"/>
          </a:xfrm>
          <a:custGeom>
            <a:avLst/>
            <a:gdLst>
              <a:gd name="connsiteX0" fmla="*/ 0 w 2423360"/>
              <a:gd name="connsiteY0" fmla="*/ 0 h 2480347"/>
              <a:gd name="connsiteX1" fmla="*/ 2423360 w 2423360"/>
              <a:gd name="connsiteY1" fmla="*/ 0 h 2480347"/>
              <a:gd name="connsiteX2" fmla="*/ 2423360 w 2423360"/>
              <a:gd name="connsiteY2" fmla="*/ 2480347 h 2480347"/>
              <a:gd name="connsiteX3" fmla="*/ 0 w 2423360"/>
              <a:gd name="connsiteY3" fmla="*/ 0 h 24803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23360" h="2480347">
                <a:moveTo>
                  <a:pt x="0" y="0"/>
                </a:moveTo>
                <a:lnTo>
                  <a:pt x="2423360" y="0"/>
                </a:lnTo>
                <a:lnTo>
                  <a:pt x="2423360" y="2480347"/>
                </a:lnTo>
                <a:lnTo>
                  <a:pt x="0" y="0"/>
                </a:lnTo>
                <a:close/>
              </a:path>
            </a:pathLst>
          </a:custGeom>
        </p:spPr>
      </p:pic>
      <p:pic>
        <p:nvPicPr>
          <p:cNvPr id="20" name="图片 19"/>
          <p:cNvPicPr>
            <a:picLocks noChangeAspect="1"/>
          </p:cNvPicPr>
          <p:nvPr userDrawn="1">
            <p:custDataLst>
              <p:tags r:id="rId9"/>
            </p:custDataLst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960" t="65306"/>
          <a:stretch>
            <a:fillRect/>
          </a:stretch>
        </p:blipFill>
        <p:spPr>
          <a:xfrm flipH="1">
            <a:off x="0" y="5928388"/>
            <a:ext cx="908254" cy="929612"/>
          </a:xfrm>
          <a:custGeom>
            <a:avLst/>
            <a:gdLst>
              <a:gd name="connsiteX0" fmla="*/ 2321327 w 2321327"/>
              <a:gd name="connsiteY0" fmla="*/ 0 h 2375914"/>
              <a:gd name="connsiteX1" fmla="*/ 2321327 w 2321327"/>
              <a:gd name="connsiteY1" fmla="*/ 2375914 h 2375914"/>
              <a:gd name="connsiteX2" fmla="*/ 0 w 2321327"/>
              <a:gd name="connsiteY2" fmla="*/ 2375914 h 2375914"/>
              <a:gd name="connsiteX3" fmla="*/ 2321327 w 2321327"/>
              <a:gd name="connsiteY3" fmla="*/ 0 h 23759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21327" h="2375914">
                <a:moveTo>
                  <a:pt x="2321327" y="0"/>
                </a:moveTo>
                <a:lnTo>
                  <a:pt x="2321327" y="2375914"/>
                </a:lnTo>
                <a:lnTo>
                  <a:pt x="0" y="2375914"/>
                </a:lnTo>
                <a:lnTo>
                  <a:pt x="2321327" y="0"/>
                </a:lnTo>
                <a:close/>
              </a:path>
            </a:pathLst>
          </a:custGeom>
        </p:spPr>
      </p:pic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695960" y="1301750"/>
            <a:ext cx="5323840" cy="487585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172200" y="1301750"/>
            <a:ext cx="5323840" cy="487585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8" name="标题 1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"/>
            </p:custDataLst>
          </p:nvPr>
        </p:nvSpPr>
        <p:spPr>
          <a:xfrm>
            <a:off x="695960" y="1301750"/>
            <a:ext cx="5323840" cy="411303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95960" y="1875099"/>
            <a:ext cx="5323840" cy="4300276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  <p:custDataLst>
              <p:tags r:id="rId4"/>
            </p:custDataLst>
          </p:nvPr>
        </p:nvSpPr>
        <p:spPr>
          <a:xfrm>
            <a:off x="6172200" y="1301750"/>
            <a:ext cx="5323840" cy="411303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6172200" y="1875099"/>
            <a:ext cx="5323840" cy="4300276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10" name="标题 1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/>
        <p:txBody>
          <a:bodyPr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6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/>
        <p:txBody>
          <a:bodyPr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仅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95960" y="360045"/>
            <a:ext cx="10801985" cy="581787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idx="13" hasCustomPrompt="1"/>
            <p:custDataLst>
              <p:tags r:id="rId5"/>
            </p:custDataLst>
          </p:nvPr>
        </p:nvSpPr>
        <p:spPr>
          <a:xfrm>
            <a:off x="695960" y="1301750"/>
            <a:ext cx="10799088" cy="405553"/>
          </a:xfrm>
        </p:spPr>
        <p:txBody>
          <a:bodyPr/>
          <a:lstStyle>
            <a:lvl5pPr>
              <a:buNone/>
              <a:defRPr/>
            </a:lvl5pPr>
          </a:lstStyle>
          <a:p>
            <a:pPr lvl="0"/>
            <a:r>
              <a:rPr lang="zh-CN" altLang="en-US" smtClean="0"/>
              <a:t>单击此处编辑副标题</a:t>
            </a:r>
            <a:endParaRPr lang="zh-CN" altLang="en-US" smtClean="0"/>
          </a:p>
        </p:txBody>
      </p:sp>
      <p:sp>
        <p:nvSpPr>
          <p:cNvPr id="7" name="标题 1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封面页_1_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 15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628" r="22340"/>
          <a:stretch>
            <a:fillRect/>
          </a:stretch>
        </p:blipFill>
        <p:spPr>
          <a:xfrm>
            <a:off x="7241540" y="5080"/>
            <a:ext cx="4950460" cy="6848475"/>
          </a:xfrm>
          <a:custGeom>
            <a:avLst/>
            <a:gdLst>
              <a:gd name="connsiteX0" fmla="*/ 3396482 w 7970197"/>
              <a:gd name="connsiteY0" fmla="*/ 0 h 6848272"/>
              <a:gd name="connsiteX1" fmla="*/ 5546837 w 7970197"/>
              <a:gd name="connsiteY1" fmla="*/ 0 h 6848272"/>
              <a:gd name="connsiteX2" fmla="*/ 7970197 w 7970197"/>
              <a:gd name="connsiteY2" fmla="*/ 2480347 h 6848272"/>
              <a:gd name="connsiteX3" fmla="*/ 7970197 w 7970197"/>
              <a:gd name="connsiteY3" fmla="*/ 4472358 h 6848272"/>
              <a:gd name="connsiteX4" fmla="*/ 5648870 w 7970197"/>
              <a:gd name="connsiteY4" fmla="*/ 6848272 h 6848272"/>
              <a:gd name="connsiteX5" fmla="*/ 3294450 w 7970197"/>
              <a:gd name="connsiteY5" fmla="*/ 6848272 h 6848272"/>
              <a:gd name="connsiteX6" fmla="*/ 0 w 7970197"/>
              <a:gd name="connsiteY6" fmla="*/ 3476352 h 6848272"/>
              <a:gd name="connsiteX7" fmla="*/ 3396482 w 7970197"/>
              <a:gd name="connsiteY7" fmla="*/ 0 h 68482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262" h="10785">
                <a:moveTo>
                  <a:pt x="5349" y="0"/>
                </a:moveTo>
                <a:lnTo>
                  <a:pt x="8262" y="0"/>
                </a:lnTo>
                <a:lnTo>
                  <a:pt x="8262" y="10785"/>
                </a:lnTo>
                <a:lnTo>
                  <a:pt x="5188" y="10785"/>
                </a:lnTo>
                <a:lnTo>
                  <a:pt x="0" y="5475"/>
                </a:lnTo>
                <a:lnTo>
                  <a:pt x="5349" y="0"/>
                </a:lnTo>
                <a:close/>
              </a:path>
            </a:pathLst>
          </a:custGeom>
        </p:spPr>
      </p:pic>
      <p:pic>
        <p:nvPicPr>
          <p:cNvPr id="13" name="图片 12"/>
          <p:cNvPicPr>
            <a:picLocks noChangeAspect="1"/>
          </p:cNvPicPr>
          <p:nvPr userDrawn="1">
            <p:custDataLst>
              <p:tags r:id="rId4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123" b="63781"/>
          <a:stretch>
            <a:fillRect/>
          </a:stretch>
        </p:blipFill>
        <p:spPr>
          <a:xfrm flipH="1">
            <a:off x="0" y="0"/>
            <a:ext cx="948176" cy="970472"/>
          </a:xfrm>
          <a:custGeom>
            <a:avLst/>
            <a:gdLst>
              <a:gd name="connsiteX0" fmla="*/ 0 w 2423360"/>
              <a:gd name="connsiteY0" fmla="*/ 0 h 2480347"/>
              <a:gd name="connsiteX1" fmla="*/ 2423360 w 2423360"/>
              <a:gd name="connsiteY1" fmla="*/ 0 h 2480347"/>
              <a:gd name="connsiteX2" fmla="*/ 2423360 w 2423360"/>
              <a:gd name="connsiteY2" fmla="*/ 2480347 h 2480347"/>
              <a:gd name="connsiteX3" fmla="*/ 0 w 2423360"/>
              <a:gd name="connsiteY3" fmla="*/ 0 h 24803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23360" h="2480347">
                <a:moveTo>
                  <a:pt x="0" y="0"/>
                </a:moveTo>
                <a:lnTo>
                  <a:pt x="2423360" y="0"/>
                </a:lnTo>
                <a:lnTo>
                  <a:pt x="2423360" y="2480347"/>
                </a:lnTo>
                <a:lnTo>
                  <a:pt x="0" y="0"/>
                </a:lnTo>
                <a:close/>
              </a:path>
            </a:pathLst>
          </a:custGeom>
        </p:spPr>
      </p:pic>
      <p:pic>
        <p:nvPicPr>
          <p:cNvPr id="11" name="图片 10"/>
          <p:cNvPicPr>
            <a:picLocks noChangeAspect="1"/>
          </p:cNvPicPr>
          <p:nvPr userDrawn="1">
            <p:custDataLst>
              <p:tags r:id="rId5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960" t="65306"/>
          <a:stretch>
            <a:fillRect/>
          </a:stretch>
        </p:blipFill>
        <p:spPr>
          <a:xfrm flipH="1">
            <a:off x="0" y="5928388"/>
            <a:ext cx="908254" cy="929612"/>
          </a:xfrm>
          <a:custGeom>
            <a:avLst/>
            <a:gdLst>
              <a:gd name="connsiteX0" fmla="*/ 2321327 w 2321327"/>
              <a:gd name="connsiteY0" fmla="*/ 0 h 2375914"/>
              <a:gd name="connsiteX1" fmla="*/ 2321327 w 2321327"/>
              <a:gd name="connsiteY1" fmla="*/ 2375914 h 2375914"/>
              <a:gd name="connsiteX2" fmla="*/ 0 w 2321327"/>
              <a:gd name="connsiteY2" fmla="*/ 2375914 h 2375914"/>
              <a:gd name="connsiteX3" fmla="*/ 2321327 w 2321327"/>
              <a:gd name="connsiteY3" fmla="*/ 0 h 23759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21327" h="2375914">
                <a:moveTo>
                  <a:pt x="2321327" y="0"/>
                </a:moveTo>
                <a:lnTo>
                  <a:pt x="2321327" y="2375914"/>
                </a:lnTo>
                <a:lnTo>
                  <a:pt x="0" y="2375914"/>
                </a:lnTo>
                <a:lnTo>
                  <a:pt x="2321327" y="0"/>
                </a:lnTo>
                <a:close/>
              </a:path>
            </a:pathLst>
          </a:custGeom>
        </p:spPr>
      </p:pic>
      <p:sp>
        <p:nvSpPr>
          <p:cNvPr id="18" name="任意多边形: 形状 17"/>
          <p:cNvSpPr/>
          <p:nvPr userDrawn="1">
            <p:custDataLst>
              <p:tags r:id="rId6"/>
            </p:custDataLst>
          </p:nvPr>
        </p:nvSpPr>
        <p:spPr>
          <a:xfrm>
            <a:off x="7527551" y="0"/>
            <a:ext cx="4023804" cy="6858000"/>
          </a:xfrm>
          <a:custGeom>
            <a:avLst/>
            <a:gdLst>
              <a:gd name="connsiteX0" fmla="*/ 4471659 w 4782944"/>
              <a:gd name="connsiteY0" fmla="*/ 0 h 9153626"/>
              <a:gd name="connsiteX1" fmla="*/ 4782944 w 4782944"/>
              <a:gd name="connsiteY1" fmla="*/ 318605 h 9153626"/>
              <a:gd name="connsiteX2" fmla="*/ 622570 w 4782944"/>
              <a:gd name="connsiteY2" fmla="*/ 4576813 h 9153626"/>
              <a:gd name="connsiteX3" fmla="*/ 4782944 w 4782944"/>
              <a:gd name="connsiteY3" fmla="*/ 8835021 h 9153626"/>
              <a:gd name="connsiteX4" fmla="*/ 4471659 w 4782944"/>
              <a:gd name="connsiteY4" fmla="*/ 9153626 h 9153626"/>
              <a:gd name="connsiteX5" fmla="*/ 0 w 4782944"/>
              <a:gd name="connsiteY5" fmla="*/ 4576813 h 9153626"/>
              <a:gd name="connsiteX6" fmla="*/ 4471659 w 4782944"/>
              <a:gd name="connsiteY6" fmla="*/ 0 h 91536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337" h="10800">
                <a:moveTo>
                  <a:pt x="5356" y="0"/>
                </a:moveTo>
                <a:lnTo>
                  <a:pt x="6337" y="0"/>
                </a:lnTo>
                <a:lnTo>
                  <a:pt x="980" y="5482"/>
                </a:lnTo>
                <a:lnTo>
                  <a:pt x="6176" y="10800"/>
                </a:lnTo>
                <a:lnTo>
                  <a:pt x="5196" y="10800"/>
                </a:lnTo>
                <a:lnTo>
                  <a:pt x="0" y="5482"/>
                </a:lnTo>
                <a:lnTo>
                  <a:pt x="5356" y="0"/>
                </a:lnTo>
                <a:close/>
              </a:path>
            </a:pathLst>
          </a:custGeom>
          <a:solidFill>
            <a:schemeClr val="accent1">
              <a:alpha val="6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9" name="任意多边形 8"/>
          <p:cNvSpPr/>
          <p:nvPr userDrawn="1">
            <p:custDataLst>
              <p:tags r:id="rId7"/>
            </p:custDataLst>
          </p:nvPr>
        </p:nvSpPr>
        <p:spPr>
          <a:xfrm>
            <a:off x="10914319" y="2173490"/>
            <a:ext cx="1277681" cy="2615453"/>
          </a:xfrm>
          <a:custGeom>
            <a:avLst/>
            <a:gdLst>
              <a:gd name="ir" fmla="*/ w 3 4"/>
              <a:gd name="ib" fmla="*/ h 3 4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012" h="4119">
                <a:moveTo>
                  <a:pt x="2012" y="0"/>
                </a:moveTo>
                <a:lnTo>
                  <a:pt x="2012" y="4119"/>
                </a:lnTo>
                <a:lnTo>
                  <a:pt x="0" y="2059"/>
                </a:lnTo>
                <a:lnTo>
                  <a:pt x="2012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7" name="日期"/>
          <p:cNvSpPr>
            <a:spLocks noGrp="1"/>
          </p:cNvSpPr>
          <p:nvPr>
            <p:ph type="body" idx="16386" hasCustomPrompt="1"/>
            <p:custDataLst>
              <p:tags r:id="rId8"/>
            </p:custDataLst>
          </p:nvPr>
        </p:nvSpPr>
        <p:spPr>
          <a:xfrm>
            <a:off x="1016000" y="1651000"/>
            <a:ext cx="6097058" cy="457200"/>
          </a:xfrm>
        </p:spPr>
        <p:txBody>
          <a:bodyPr vert="horz" wrap="square"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spc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20XX YEAR</a:t>
            </a:r>
            <a:endParaRPr lang="zh-CN" altLang="en-US" dirty="0"/>
          </a:p>
        </p:txBody>
      </p:sp>
      <p:sp>
        <p:nvSpPr>
          <p:cNvPr id="6" name="标题 4"/>
          <p:cNvSpPr>
            <a:spLocks noGrp="1"/>
          </p:cNvSpPr>
          <p:nvPr>
            <p:ph type="ctrTitle" idx="16385" hasCustomPrompt="1"/>
            <p:custDataLst>
              <p:tags r:id="rId9"/>
            </p:custDataLst>
          </p:nvPr>
        </p:nvSpPr>
        <p:spPr>
          <a:xfrm>
            <a:off x="1016000" y="2159000"/>
            <a:ext cx="6352646" cy="2540000"/>
          </a:xfrm>
        </p:spPr>
        <p:txBody>
          <a:bodyPr vert="horz" wrap="square" lIns="0" tIns="0" rIns="0" bIns="0" anchor="t" anchorCtr="0">
            <a:normAutofit/>
          </a:bodyPr>
          <a:lstStyle>
            <a:lvl1pPr marL="0" indent="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60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 dirty="0"/>
              <a:t>单击此处
添加文档标题</a:t>
            </a:r>
            <a:endParaRPr lang="zh-CN" altLang="en-US" dirty="0"/>
          </a:p>
        </p:txBody>
      </p:sp>
      <p:sp>
        <p:nvSpPr>
          <p:cNvPr id="19" name="署名占位符 10"/>
          <p:cNvSpPr>
            <a:spLocks noGrp="1"/>
          </p:cNvSpPr>
          <p:nvPr>
            <p:ph type="body" sz="quarter" idx="16387" hasCustomPrompt="1"/>
            <p:custDataLst>
              <p:tags r:id="rId10"/>
            </p:custDataLst>
          </p:nvPr>
        </p:nvSpPr>
        <p:spPr>
          <a:xfrm>
            <a:off x="1016000" y="4749800"/>
            <a:ext cx="2540882" cy="5334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vert="horz" wrap="square" lIns="0" tIns="0" rIns="0" bIns="0" anchor="ctr" anchorCtr="0">
            <a:normAutofit/>
          </a:bodyPr>
          <a:lstStyle>
            <a:lvl1pPr marL="0" indent="0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1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dirty="0"/>
              <a:t>BY WPS</a:t>
            </a:r>
            <a:endParaRPr lang="zh-CN" alt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章节页_1_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123" b="63781"/>
          <a:stretch>
            <a:fillRect/>
          </a:stretch>
        </p:blipFill>
        <p:spPr>
          <a:xfrm flipH="1">
            <a:off x="0" y="0"/>
            <a:ext cx="948176" cy="970472"/>
          </a:xfrm>
          <a:custGeom>
            <a:avLst/>
            <a:gdLst>
              <a:gd name="connsiteX0" fmla="*/ 0 w 2423360"/>
              <a:gd name="connsiteY0" fmla="*/ 0 h 2480347"/>
              <a:gd name="connsiteX1" fmla="*/ 2423360 w 2423360"/>
              <a:gd name="connsiteY1" fmla="*/ 0 h 2480347"/>
              <a:gd name="connsiteX2" fmla="*/ 2423360 w 2423360"/>
              <a:gd name="connsiteY2" fmla="*/ 2480347 h 2480347"/>
              <a:gd name="connsiteX3" fmla="*/ 0 w 2423360"/>
              <a:gd name="connsiteY3" fmla="*/ 0 h 24803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23360" h="2480347">
                <a:moveTo>
                  <a:pt x="0" y="0"/>
                </a:moveTo>
                <a:lnTo>
                  <a:pt x="2423360" y="0"/>
                </a:lnTo>
                <a:lnTo>
                  <a:pt x="2423360" y="2480347"/>
                </a:lnTo>
                <a:lnTo>
                  <a:pt x="0" y="0"/>
                </a:lnTo>
                <a:close/>
              </a:path>
            </a:pathLst>
          </a:custGeom>
        </p:spPr>
      </p:pic>
      <p:pic>
        <p:nvPicPr>
          <p:cNvPr id="11" name="图片 10"/>
          <p:cNvPicPr>
            <a:picLocks noChangeAspect="1"/>
          </p:cNvPicPr>
          <p:nvPr userDrawn="1">
            <p:custDataLst>
              <p:tags r:id="rId4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960" t="65306"/>
          <a:stretch>
            <a:fillRect/>
          </a:stretch>
        </p:blipFill>
        <p:spPr>
          <a:xfrm flipH="1">
            <a:off x="0" y="5928388"/>
            <a:ext cx="908254" cy="929612"/>
          </a:xfrm>
          <a:custGeom>
            <a:avLst/>
            <a:gdLst>
              <a:gd name="connsiteX0" fmla="*/ 2321327 w 2321327"/>
              <a:gd name="connsiteY0" fmla="*/ 0 h 2375914"/>
              <a:gd name="connsiteX1" fmla="*/ 2321327 w 2321327"/>
              <a:gd name="connsiteY1" fmla="*/ 2375914 h 2375914"/>
              <a:gd name="connsiteX2" fmla="*/ 0 w 2321327"/>
              <a:gd name="connsiteY2" fmla="*/ 2375914 h 2375914"/>
              <a:gd name="connsiteX3" fmla="*/ 2321327 w 2321327"/>
              <a:gd name="connsiteY3" fmla="*/ 0 h 23759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21327" h="2375914">
                <a:moveTo>
                  <a:pt x="2321327" y="0"/>
                </a:moveTo>
                <a:lnTo>
                  <a:pt x="2321327" y="2375914"/>
                </a:lnTo>
                <a:lnTo>
                  <a:pt x="0" y="2375914"/>
                </a:lnTo>
                <a:lnTo>
                  <a:pt x="2321327" y="0"/>
                </a:lnTo>
                <a:close/>
              </a:path>
            </a:pathLst>
          </a:custGeom>
        </p:spPr>
      </p:pic>
      <p:sp>
        <p:nvSpPr>
          <p:cNvPr id="12" name="任意多边形: 形状 11"/>
          <p:cNvSpPr/>
          <p:nvPr userDrawn="1">
            <p:custDataLst>
              <p:tags r:id="rId5"/>
            </p:custDataLst>
          </p:nvPr>
        </p:nvSpPr>
        <p:spPr>
          <a:xfrm>
            <a:off x="11348290" y="5086154"/>
            <a:ext cx="843710" cy="1727100"/>
          </a:xfrm>
          <a:custGeom>
            <a:avLst/>
            <a:gdLst>
              <a:gd name="connsiteX0" fmla="*/ 1521923 w 3043846"/>
              <a:gd name="connsiteY0" fmla="*/ 0 h 3115424"/>
              <a:gd name="connsiteX1" fmla="*/ 3043846 w 3043846"/>
              <a:gd name="connsiteY1" fmla="*/ 1557712 h 3115424"/>
              <a:gd name="connsiteX2" fmla="*/ 1521923 w 3043846"/>
              <a:gd name="connsiteY2" fmla="*/ 3115424 h 3115424"/>
              <a:gd name="connsiteX3" fmla="*/ 0 w 3043846"/>
              <a:gd name="connsiteY3" fmla="*/ 1557712 h 3115424"/>
              <a:gd name="connsiteX4" fmla="*/ 1521923 w 3043846"/>
              <a:gd name="connsiteY4" fmla="*/ 0 h 3115424"/>
              <a:gd name="connsiteX5" fmla="*/ 1521923 w 3043846"/>
              <a:gd name="connsiteY5" fmla="*/ 645199 h 3115424"/>
              <a:gd name="connsiteX6" fmla="*/ 630375 w 3043846"/>
              <a:gd name="connsiteY6" fmla="*/ 1557712 h 3115424"/>
              <a:gd name="connsiteX7" fmla="*/ 1521923 w 3043846"/>
              <a:gd name="connsiteY7" fmla="*/ 2470225 h 3115424"/>
              <a:gd name="connsiteX8" fmla="*/ 2413471 w 3043846"/>
              <a:gd name="connsiteY8" fmla="*/ 1557712 h 3115424"/>
              <a:gd name="connsiteX9" fmla="*/ 1521923 w 3043846"/>
              <a:gd name="connsiteY9" fmla="*/ 645199 h 31154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329" h="2720">
                <a:moveTo>
                  <a:pt x="1329" y="0"/>
                </a:moveTo>
                <a:lnTo>
                  <a:pt x="1329" y="758"/>
                </a:lnTo>
                <a:lnTo>
                  <a:pt x="741" y="1360"/>
                </a:lnTo>
                <a:lnTo>
                  <a:pt x="1329" y="1962"/>
                </a:lnTo>
                <a:lnTo>
                  <a:pt x="1329" y="2720"/>
                </a:lnTo>
                <a:lnTo>
                  <a:pt x="0" y="1360"/>
                </a:lnTo>
                <a:lnTo>
                  <a:pt x="1329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6" name="标题 5"/>
          <p:cNvSpPr>
            <a:spLocks noGrp="1"/>
          </p:cNvSpPr>
          <p:nvPr>
            <p:ph type="title" idx="16385" hasCustomPrompt="1"/>
            <p:custDataLst>
              <p:tags r:id="rId6"/>
            </p:custDataLst>
          </p:nvPr>
        </p:nvSpPr>
        <p:spPr>
          <a:xfrm>
            <a:off x="1903942" y="3530600"/>
            <a:ext cx="8384117" cy="1524000"/>
          </a:xfrm>
        </p:spPr>
        <p:txBody>
          <a:bodyPr vert="horz" lIns="0" tIns="0" rIns="0" bIns="0" anchor="t" anchorCtr="0">
            <a:normAutofit/>
          </a:bodyPr>
          <a:lstStyle>
            <a:lvl1pPr marL="0" indent="0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8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 dirty="0"/>
              <a:t>单击此处添加章节标题</a:t>
            </a:r>
            <a:endParaRPr lang="zh-CN" altLang="en-US" dirty="0"/>
          </a:p>
        </p:txBody>
      </p:sp>
      <p:sp>
        <p:nvSpPr>
          <p:cNvPr id="8" name="文本占位符 7"/>
          <p:cNvSpPr>
            <a:spLocks noGrp="1"/>
          </p:cNvSpPr>
          <p:nvPr>
            <p:ph type="body" idx="16386" hasCustomPrompt="1"/>
            <p:custDataLst>
              <p:tags r:id="rId7"/>
            </p:custDataLst>
          </p:nvPr>
        </p:nvSpPr>
        <p:spPr>
          <a:xfrm>
            <a:off x="5332413" y="1905000"/>
            <a:ext cx="1527175" cy="1524000"/>
          </a:xfrm>
        </p:spPr>
        <p:txBody>
          <a:bodyPr vert="horz" lIns="0" tIns="0" rIns="0" bIns="0" anchor="ctr" anchorCtr="0">
            <a:norm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7200" b="0" spc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zh-CN" altLang="en-US" smtClean="0"/>
              <a:t>01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结束页_1_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123" b="63781"/>
          <a:stretch>
            <a:fillRect/>
          </a:stretch>
        </p:blipFill>
        <p:spPr>
          <a:xfrm flipH="1">
            <a:off x="0" y="0"/>
            <a:ext cx="948176" cy="970472"/>
          </a:xfrm>
          <a:custGeom>
            <a:avLst/>
            <a:gdLst>
              <a:gd name="connsiteX0" fmla="*/ 0 w 2423360"/>
              <a:gd name="connsiteY0" fmla="*/ 0 h 2480347"/>
              <a:gd name="connsiteX1" fmla="*/ 2423360 w 2423360"/>
              <a:gd name="connsiteY1" fmla="*/ 0 h 2480347"/>
              <a:gd name="connsiteX2" fmla="*/ 2423360 w 2423360"/>
              <a:gd name="connsiteY2" fmla="*/ 2480347 h 2480347"/>
              <a:gd name="connsiteX3" fmla="*/ 0 w 2423360"/>
              <a:gd name="connsiteY3" fmla="*/ 0 h 24803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23360" h="2480347">
                <a:moveTo>
                  <a:pt x="0" y="0"/>
                </a:moveTo>
                <a:lnTo>
                  <a:pt x="2423360" y="0"/>
                </a:lnTo>
                <a:lnTo>
                  <a:pt x="2423360" y="2480347"/>
                </a:lnTo>
                <a:lnTo>
                  <a:pt x="0" y="0"/>
                </a:lnTo>
                <a:close/>
              </a:path>
            </a:pathLst>
          </a:custGeom>
        </p:spPr>
      </p:pic>
      <p:pic>
        <p:nvPicPr>
          <p:cNvPr id="11" name="图片 10"/>
          <p:cNvPicPr>
            <a:picLocks noChangeAspect="1"/>
          </p:cNvPicPr>
          <p:nvPr userDrawn="1">
            <p:custDataLst>
              <p:tags r:id="rId4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960" t="65306"/>
          <a:stretch>
            <a:fillRect/>
          </a:stretch>
        </p:blipFill>
        <p:spPr>
          <a:xfrm flipH="1">
            <a:off x="0" y="5928388"/>
            <a:ext cx="908254" cy="929612"/>
          </a:xfrm>
          <a:custGeom>
            <a:avLst/>
            <a:gdLst>
              <a:gd name="connsiteX0" fmla="*/ 2321327 w 2321327"/>
              <a:gd name="connsiteY0" fmla="*/ 0 h 2375914"/>
              <a:gd name="connsiteX1" fmla="*/ 2321327 w 2321327"/>
              <a:gd name="connsiteY1" fmla="*/ 2375914 h 2375914"/>
              <a:gd name="connsiteX2" fmla="*/ 0 w 2321327"/>
              <a:gd name="connsiteY2" fmla="*/ 2375914 h 2375914"/>
              <a:gd name="connsiteX3" fmla="*/ 2321327 w 2321327"/>
              <a:gd name="connsiteY3" fmla="*/ 0 h 23759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21327" h="2375914">
                <a:moveTo>
                  <a:pt x="2321327" y="0"/>
                </a:moveTo>
                <a:lnTo>
                  <a:pt x="2321327" y="2375914"/>
                </a:lnTo>
                <a:lnTo>
                  <a:pt x="0" y="2375914"/>
                </a:lnTo>
                <a:lnTo>
                  <a:pt x="2321327" y="0"/>
                </a:lnTo>
                <a:close/>
              </a:path>
            </a:pathLst>
          </a:custGeom>
        </p:spPr>
      </p:pic>
      <p:pic>
        <p:nvPicPr>
          <p:cNvPr id="6" name="图片 2"/>
          <p:cNvPicPr>
            <a:picLocks noChangeAspect="1"/>
          </p:cNvPicPr>
          <p:nvPr userDrawn="1">
            <p:custDataLst>
              <p:tags r:id="rId5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628" r="22340"/>
          <a:stretch>
            <a:fillRect/>
          </a:stretch>
        </p:blipFill>
        <p:spPr>
          <a:xfrm>
            <a:off x="7241540" y="5080"/>
            <a:ext cx="4950460" cy="6848475"/>
          </a:xfrm>
          <a:custGeom>
            <a:avLst/>
            <a:gdLst>
              <a:gd name="connsiteX0" fmla="*/ 3396482 w 7970197"/>
              <a:gd name="connsiteY0" fmla="*/ 0 h 6848272"/>
              <a:gd name="connsiteX1" fmla="*/ 5546837 w 7970197"/>
              <a:gd name="connsiteY1" fmla="*/ 0 h 6848272"/>
              <a:gd name="connsiteX2" fmla="*/ 7970197 w 7970197"/>
              <a:gd name="connsiteY2" fmla="*/ 2480347 h 6848272"/>
              <a:gd name="connsiteX3" fmla="*/ 7970197 w 7970197"/>
              <a:gd name="connsiteY3" fmla="*/ 4472358 h 6848272"/>
              <a:gd name="connsiteX4" fmla="*/ 5648870 w 7970197"/>
              <a:gd name="connsiteY4" fmla="*/ 6848272 h 6848272"/>
              <a:gd name="connsiteX5" fmla="*/ 3294450 w 7970197"/>
              <a:gd name="connsiteY5" fmla="*/ 6848272 h 6848272"/>
              <a:gd name="connsiteX6" fmla="*/ 0 w 7970197"/>
              <a:gd name="connsiteY6" fmla="*/ 3476352 h 6848272"/>
              <a:gd name="connsiteX7" fmla="*/ 3396482 w 7970197"/>
              <a:gd name="connsiteY7" fmla="*/ 0 h 68482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262" h="10785">
                <a:moveTo>
                  <a:pt x="5349" y="0"/>
                </a:moveTo>
                <a:lnTo>
                  <a:pt x="8262" y="0"/>
                </a:lnTo>
                <a:lnTo>
                  <a:pt x="8262" y="10785"/>
                </a:lnTo>
                <a:lnTo>
                  <a:pt x="5188" y="10785"/>
                </a:lnTo>
                <a:lnTo>
                  <a:pt x="0" y="5475"/>
                </a:lnTo>
                <a:lnTo>
                  <a:pt x="5349" y="0"/>
                </a:lnTo>
                <a:close/>
              </a:path>
            </a:pathLst>
          </a:custGeom>
        </p:spPr>
      </p:pic>
      <p:sp>
        <p:nvSpPr>
          <p:cNvPr id="18" name="任意多边形: 形状 17"/>
          <p:cNvSpPr/>
          <p:nvPr userDrawn="1">
            <p:custDataLst>
              <p:tags r:id="rId6"/>
            </p:custDataLst>
          </p:nvPr>
        </p:nvSpPr>
        <p:spPr>
          <a:xfrm>
            <a:off x="7527551" y="0"/>
            <a:ext cx="4023804" cy="6858000"/>
          </a:xfrm>
          <a:custGeom>
            <a:avLst/>
            <a:gdLst>
              <a:gd name="connsiteX0" fmla="*/ 4471659 w 4782944"/>
              <a:gd name="connsiteY0" fmla="*/ 0 h 9153626"/>
              <a:gd name="connsiteX1" fmla="*/ 4782944 w 4782944"/>
              <a:gd name="connsiteY1" fmla="*/ 318605 h 9153626"/>
              <a:gd name="connsiteX2" fmla="*/ 622570 w 4782944"/>
              <a:gd name="connsiteY2" fmla="*/ 4576813 h 9153626"/>
              <a:gd name="connsiteX3" fmla="*/ 4782944 w 4782944"/>
              <a:gd name="connsiteY3" fmla="*/ 8835021 h 9153626"/>
              <a:gd name="connsiteX4" fmla="*/ 4471659 w 4782944"/>
              <a:gd name="connsiteY4" fmla="*/ 9153626 h 9153626"/>
              <a:gd name="connsiteX5" fmla="*/ 0 w 4782944"/>
              <a:gd name="connsiteY5" fmla="*/ 4576813 h 9153626"/>
              <a:gd name="connsiteX6" fmla="*/ 4471659 w 4782944"/>
              <a:gd name="connsiteY6" fmla="*/ 0 h 91536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337" h="10800">
                <a:moveTo>
                  <a:pt x="5356" y="0"/>
                </a:moveTo>
                <a:lnTo>
                  <a:pt x="6337" y="0"/>
                </a:lnTo>
                <a:lnTo>
                  <a:pt x="980" y="5482"/>
                </a:lnTo>
                <a:lnTo>
                  <a:pt x="6176" y="10800"/>
                </a:lnTo>
                <a:lnTo>
                  <a:pt x="5196" y="10800"/>
                </a:lnTo>
                <a:lnTo>
                  <a:pt x="0" y="5482"/>
                </a:lnTo>
                <a:lnTo>
                  <a:pt x="5356" y="0"/>
                </a:lnTo>
                <a:close/>
              </a:path>
            </a:pathLst>
          </a:custGeom>
          <a:solidFill>
            <a:schemeClr val="accent1">
              <a:alpha val="6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9" name="任意多边形 8"/>
          <p:cNvSpPr/>
          <p:nvPr userDrawn="1">
            <p:custDataLst>
              <p:tags r:id="rId7"/>
            </p:custDataLst>
          </p:nvPr>
        </p:nvSpPr>
        <p:spPr>
          <a:xfrm>
            <a:off x="10914319" y="2173490"/>
            <a:ext cx="1277681" cy="2615453"/>
          </a:xfrm>
          <a:custGeom>
            <a:avLst/>
            <a:gdLst>
              <a:gd name="ir" fmla="*/ w 3 4"/>
              <a:gd name="ib" fmla="*/ h 3 4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012" h="4119">
                <a:moveTo>
                  <a:pt x="2012" y="0"/>
                </a:moveTo>
                <a:lnTo>
                  <a:pt x="2012" y="4119"/>
                </a:lnTo>
                <a:lnTo>
                  <a:pt x="0" y="2059"/>
                </a:lnTo>
                <a:lnTo>
                  <a:pt x="2012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8" name="Subtitle 7"/>
          <p:cNvSpPr>
            <a:spLocks noGrp="1"/>
          </p:cNvSpPr>
          <p:nvPr>
            <p:ph type="body" idx="16386" hasCustomPrompt="1"/>
            <p:custDataLst>
              <p:tags r:id="rId8"/>
            </p:custDataLst>
          </p:nvPr>
        </p:nvSpPr>
        <p:spPr>
          <a:xfrm>
            <a:off x="1016000" y="2667000"/>
            <a:ext cx="5449358" cy="457200"/>
          </a:xfrm>
          <a:noFill/>
        </p:spPr>
        <p:txBody>
          <a:bodyPr vert="horz"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THE END</a:t>
            </a:r>
            <a:endParaRPr lang="zh-CN" altLang="en-US"/>
          </a:p>
        </p:txBody>
      </p:sp>
      <p:sp>
        <p:nvSpPr>
          <p:cNvPr id="10" name="标题 9"/>
          <p:cNvSpPr>
            <a:spLocks noGrp="1"/>
          </p:cNvSpPr>
          <p:nvPr>
            <p:ph type="ctrTitle" idx="16385" hasCustomPrompt="1"/>
            <p:custDataLst>
              <p:tags r:id="rId9"/>
            </p:custDataLst>
          </p:nvPr>
        </p:nvSpPr>
        <p:spPr>
          <a:xfrm>
            <a:off x="1016000" y="3175000"/>
            <a:ext cx="5451122" cy="1016000"/>
          </a:xfrm>
        </p:spPr>
        <p:txBody>
          <a:bodyPr vert="horz" wrap="square" lIns="0" tIns="0" rIns="0" bIns="0" anchor="t">
            <a:normAutofit/>
          </a:bodyPr>
          <a:lstStyle>
            <a:lvl1pPr marL="0" indent="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6400" b="0" spc="0" baseline="0">
                <a:solidFill>
                  <a:schemeClr val="tx1"/>
                </a:solidFill>
              </a:defRPr>
            </a:lvl1pPr>
          </a:lstStyle>
          <a:p>
            <a:r>
              <a:rPr lang="zh-CN" altLang="en-US" dirty="0"/>
              <a:t>谢谢观看</a:t>
            </a:r>
            <a:endParaRPr lang="zh-CN" alt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-1-5-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1"/>
          <p:cNvSpPr>
            <a:spLocks noGrp="1"/>
          </p:cNvSpPr>
          <p:nvPr>
            <p:ph type="sldNum" sz="quarter" idx="4"/>
            <p:custDataLst>
              <p:tags r:id="rId2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8" name="页脚占位符 2"/>
          <p:cNvSpPr>
            <a:spLocks noGrp="1"/>
          </p:cNvSpPr>
          <p:nvPr>
            <p:ph type="ftr" sz="quarter" idx="3"/>
            <p:custDataLst>
              <p:tags r:id="rId3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9" name="日期占位符 6"/>
          <p:cNvSpPr>
            <a:spLocks noGrp="1"/>
          </p:cNvSpPr>
          <p:nvPr>
            <p:ph type="dt" sz="half" idx="2"/>
            <p:custDataLst>
              <p:tags r:id="rId4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" name="Subtitle 9"/>
          <p:cNvSpPr>
            <a:spLocks noGrp="1"/>
          </p:cNvSpPr>
          <p:nvPr>
            <p:ph type="subTitle" idx="17826305" hasCustomPrompt="1"/>
            <p:custDataLst>
              <p:tags r:id="rId5"/>
            </p:custDataLst>
          </p:nvPr>
        </p:nvSpPr>
        <p:spPr>
          <a:xfrm>
            <a:off x="761471" y="2667000"/>
            <a:ext cx="2363258" cy="4572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CONTENTS</a:t>
            </a:r>
            <a:endParaRPr lang="zh-CN" altLang="en-US"/>
          </a:p>
        </p:txBody>
      </p:sp>
      <p:sp>
        <p:nvSpPr>
          <p:cNvPr id="11" name="Title 10"/>
          <p:cNvSpPr>
            <a:spLocks noGrp="1"/>
          </p:cNvSpPr>
          <p:nvPr>
            <p:ph type="ctrTitle" idx="17826049" hasCustomPrompt="1"/>
            <p:custDataLst>
              <p:tags r:id="rId6"/>
            </p:custDataLst>
          </p:nvPr>
        </p:nvSpPr>
        <p:spPr>
          <a:xfrm>
            <a:off x="760942" y="3175000"/>
            <a:ext cx="2364317" cy="7620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04000"/>
              </a:lnSpc>
              <a:spcBef>
                <a:spcPct val="0"/>
              </a:spcBef>
              <a:spcAft>
                <a:spcPct val="0"/>
              </a:spcAft>
              <a:buNone/>
              <a:defRPr sz="4800" b="1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目录</a:t>
            </a:r>
            <a:endParaRPr lang="zh-CN" altLang="en-US"/>
          </a:p>
        </p:txBody>
      </p:sp>
      <p:sp>
        <p:nvSpPr>
          <p:cNvPr id="12" name="Text Placeholder 11"/>
          <p:cNvSpPr>
            <a:spLocks noGrp="1"/>
          </p:cNvSpPr>
          <p:nvPr>
            <p:ph type="body" idx="319883777" hasCustomPrompt="1"/>
            <p:custDataLst>
              <p:tags r:id="rId7"/>
            </p:custDataLst>
          </p:nvPr>
        </p:nvSpPr>
        <p:spPr>
          <a:xfrm>
            <a:off x="4070350" y="22860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01</a:t>
            </a:r>
            <a:endParaRPr lang="zh-CN" altLang="en-US" smtClean="0"/>
          </a:p>
        </p:txBody>
      </p:sp>
      <p:sp>
        <p:nvSpPr>
          <p:cNvPr id="13" name="装饰  2"/>
          <p:cNvSpPr>
            <a:spLocks noGrp="1"/>
          </p:cNvSpPr>
          <p:nvPr>
            <p:ph type="body" idx="319883522" hasCustomPrompt="1"/>
            <p:custDataLst>
              <p:tags r:id="rId8"/>
            </p:custDataLst>
          </p:nvPr>
        </p:nvSpPr>
        <p:spPr>
          <a:xfrm>
            <a:off x="4851400" y="22098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5" name="Text Placeholder 14"/>
          <p:cNvSpPr>
            <a:spLocks noGrp="1"/>
          </p:cNvSpPr>
          <p:nvPr>
            <p:ph type="body" idx="51446017" hasCustomPrompt="1"/>
            <p:custDataLst>
              <p:tags r:id="rId9"/>
            </p:custDataLst>
          </p:nvPr>
        </p:nvSpPr>
        <p:spPr>
          <a:xfrm>
            <a:off x="5080000" y="21336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7" name="Text Placeholder 16"/>
          <p:cNvSpPr>
            <a:spLocks noGrp="1"/>
          </p:cNvSpPr>
          <p:nvPr>
            <p:ph type="body" idx="319949313" hasCustomPrompt="1"/>
            <p:custDataLst>
              <p:tags r:id="rId10"/>
            </p:custDataLst>
          </p:nvPr>
        </p:nvSpPr>
        <p:spPr>
          <a:xfrm>
            <a:off x="7994650" y="22860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02</a:t>
            </a:r>
            <a:endParaRPr lang="zh-CN" altLang="en-US" smtClean="0"/>
          </a:p>
        </p:txBody>
      </p:sp>
      <p:sp>
        <p:nvSpPr>
          <p:cNvPr id="18" name="装饰  7"/>
          <p:cNvSpPr>
            <a:spLocks noGrp="1"/>
          </p:cNvSpPr>
          <p:nvPr>
            <p:ph type="body" idx="319949058" hasCustomPrompt="1"/>
            <p:custDataLst>
              <p:tags r:id="rId11"/>
            </p:custDataLst>
          </p:nvPr>
        </p:nvSpPr>
        <p:spPr>
          <a:xfrm>
            <a:off x="8775700" y="22098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9" name="Text Placeholder 18"/>
          <p:cNvSpPr>
            <a:spLocks noGrp="1"/>
          </p:cNvSpPr>
          <p:nvPr>
            <p:ph type="body" idx="51511553" hasCustomPrompt="1"/>
            <p:custDataLst>
              <p:tags r:id="rId12"/>
            </p:custDataLst>
          </p:nvPr>
        </p:nvSpPr>
        <p:spPr>
          <a:xfrm>
            <a:off x="9004300" y="21336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0" name="Text Placeholder 19"/>
          <p:cNvSpPr>
            <a:spLocks noGrp="1"/>
          </p:cNvSpPr>
          <p:nvPr>
            <p:ph type="body" idx="320014849" hasCustomPrompt="1"/>
            <p:custDataLst>
              <p:tags r:id="rId13"/>
            </p:custDataLst>
          </p:nvPr>
        </p:nvSpPr>
        <p:spPr>
          <a:xfrm>
            <a:off x="4070350" y="39624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03</a:t>
            </a:r>
            <a:endParaRPr lang="zh-CN" altLang="en-US" smtClean="0"/>
          </a:p>
        </p:txBody>
      </p:sp>
      <p:sp>
        <p:nvSpPr>
          <p:cNvPr id="21" name="装饰  0"/>
          <p:cNvSpPr>
            <a:spLocks noGrp="1"/>
          </p:cNvSpPr>
          <p:nvPr>
            <p:ph type="body" idx="320014594" hasCustomPrompt="1"/>
            <p:custDataLst>
              <p:tags r:id="rId14"/>
            </p:custDataLst>
          </p:nvPr>
        </p:nvSpPr>
        <p:spPr>
          <a:xfrm>
            <a:off x="4851400" y="38862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2" name="Text Placeholder 21"/>
          <p:cNvSpPr>
            <a:spLocks noGrp="1"/>
          </p:cNvSpPr>
          <p:nvPr>
            <p:ph type="body" idx="51577089" hasCustomPrompt="1"/>
            <p:custDataLst>
              <p:tags r:id="rId15"/>
            </p:custDataLst>
          </p:nvPr>
        </p:nvSpPr>
        <p:spPr>
          <a:xfrm>
            <a:off x="5080000" y="38100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3" name="Text Placeholder 22"/>
          <p:cNvSpPr>
            <a:spLocks noGrp="1"/>
          </p:cNvSpPr>
          <p:nvPr>
            <p:ph type="body" idx="320080385" hasCustomPrompt="1"/>
            <p:custDataLst>
              <p:tags r:id="rId16"/>
            </p:custDataLst>
          </p:nvPr>
        </p:nvSpPr>
        <p:spPr>
          <a:xfrm>
            <a:off x="7994650" y="39624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04</a:t>
            </a:r>
            <a:endParaRPr lang="zh-CN" altLang="en-US" smtClean="0"/>
          </a:p>
        </p:txBody>
      </p:sp>
      <p:sp>
        <p:nvSpPr>
          <p:cNvPr id="24" name="装饰  3"/>
          <p:cNvSpPr>
            <a:spLocks noGrp="1"/>
          </p:cNvSpPr>
          <p:nvPr>
            <p:ph type="body" idx="320080130" hasCustomPrompt="1"/>
            <p:custDataLst>
              <p:tags r:id="rId17"/>
            </p:custDataLst>
          </p:nvPr>
        </p:nvSpPr>
        <p:spPr>
          <a:xfrm>
            <a:off x="8775700" y="38862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5" name="Text Placeholder 24"/>
          <p:cNvSpPr>
            <a:spLocks noGrp="1"/>
          </p:cNvSpPr>
          <p:nvPr>
            <p:ph type="body" idx="51642625" hasCustomPrompt="1"/>
            <p:custDataLst>
              <p:tags r:id="rId18"/>
            </p:custDataLst>
          </p:nvPr>
        </p:nvSpPr>
        <p:spPr>
          <a:xfrm>
            <a:off x="9004300" y="38100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tags" Target="../tags/tag33.xml"/><Relationship Id="rId12" Type="http://schemas.openxmlformats.org/officeDocument/2006/relationships/tags" Target="../tags/tag32.xml"/><Relationship Id="rId11" Type="http://schemas.openxmlformats.org/officeDocument/2006/relationships/tags" Target="../tags/tag3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9.xml"/><Relationship Id="rId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5.xml"/><Relationship Id="rId49" Type="http://schemas.openxmlformats.org/officeDocument/2006/relationships/theme" Target="../theme/theme2.xml"/><Relationship Id="rId48" Type="http://schemas.openxmlformats.org/officeDocument/2006/relationships/tags" Target="../tags/tag506.xml"/><Relationship Id="rId47" Type="http://schemas.openxmlformats.org/officeDocument/2006/relationships/tags" Target="../tags/tag505.xml"/><Relationship Id="rId46" Type="http://schemas.openxmlformats.org/officeDocument/2006/relationships/tags" Target="../tags/tag504.xml"/><Relationship Id="rId45" Type="http://schemas.openxmlformats.org/officeDocument/2006/relationships/tags" Target="../tags/tag503.xml"/><Relationship Id="rId44" Type="http://schemas.openxmlformats.org/officeDocument/2006/relationships/tags" Target="../tags/tag502.xml"/><Relationship Id="rId43" Type="http://schemas.openxmlformats.org/officeDocument/2006/relationships/tags" Target="../tags/tag501.xml"/><Relationship Id="rId42" Type="http://schemas.openxmlformats.org/officeDocument/2006/relationships/tags" Target="../tags/tag500.xml"/><Relationship Id="rId41" Type="http://schemas.openxmlformats.org/officeDocument/2006/relationships/tags" Target="../tags/tag499.xml"/><Relationship Id="rId40" Type="http://schemas.openxmlformats.org/officeDocument/2006/relationships/tags" Target="../tags/tag498.xml"/><Relationship Id="rId4" Type="http://schemas.openxmlformats.org/officeDocument/2006/relationships/slideLayout" Target="../slideLayouts/slideLayout14.xml"/><Relationship Id="rId39" Type="http://schemas.openxmlformats.org/officeDocument/2006/relationships/tags" Target="../tags/tag497.xml"/><Relationship Id="rId38" Type="http://schemas.openxmlformats.org/officeDocument/2006/relationships/slideLayout" Target="../slideLayouts/slideLayout48.xml"/><Relationship Id="rId37" Type="http://schemas.openxmlformats.org/officeDocument/2006/relationships/slideLayout" Target="../slideLayouts/slideLayout47.xml"/><Relationship Id="rId36" Type="http://schemas.openxmlformats.org/officeDocument/2006/relationships/slideLayout" Target="../slideLayouts/slideLayout46.xml"/><Relationship Id="rId35" Type="http://schemas.openxmlformats.org/officeDocument/2006/relationships/slideLayout" Target="../slideLayouts/slideLayout45.xml"/><Relationship Id="rId34" Type="http://schemas.openxmlformats.org/officeDocument/2006/relationships/slideLayout" Target="../slideLayouts/slideLayout44.xml"/><Relationship Id="rId33" Type="http://schemas.openxmlformats.org/officeDocument/2006/relationships/slideLayout" Target="../slideLayouts/slideLayout43.xml"/><Relationship Id="rId32" Type="http://schemas.openxmlformats.org/officeDocument/2006/relationships/slideLayout" Target="../slideLayouts/slideLayout42.xml"/><Relationship Id="rId31" Type="http://schemas.openxmlformats.org/officeDocument/2006/relationships/slideLayout" Target="../slideLayouts/slideLayout41.xml"/><Relationship Id="rId30" Type="http://schemas.openxmlformats.org/officeDocument/2006/relationships/slideLayout" Target="../slideLayouts/slideLayout40.xml"/><Relationship Id="rId3" Type="http://schemas.openxmlformats.org/officeDocument/2006/relationships/slideLayout" Target="../slideLayouts/slideLayout13.xml"/><Relationship Id="rId29" Type="http://schemas.openxmlformats.org/officeDocument/2006/relationships/slideLayout" Target="../slideLayouts/slideLayout39.xml"/><Relationship Id="rId28" Type="http://schemas.openxmlformats.org/officeDocument/2006/relationships/slideLayout" Target="../slideLayouts/slideLayout38.xml"/><Relationship Id="rId27" Type="http://schemas.openxmlformats.org/officeDocument/2006/relationships/slideLayout" Target="../slideLayouts/slideLayout37.xml"/><Relationship Id="rId26" Type="http://schemas.openxmlformats.org/officeDocument/2006/relationships/slideLayout" Target="../slideLayouts/slideLayout36.xml"/><Relationship Id="rId25" Type="http://schemas.openxmlformats.org/officeDocument/2006/relationships/slideLayout" Target="../slideLayouts/slideLayout35.xml"/><Relationship Id="rId24" Type="http://schemas.openxmlformats.org/officeDocument/2006/relationships/slideLayout" Target="../slideLayouts/slideLayout34.xml"/><Relationship Id="rId23" Type="http://schemas.openxmlformats.org/officeDocument/2006/relationships/slideLayout" Target="../slideLayouts/slideLayout33.xml"/><Relationship Id="rId22" Type="http://schemas.openxmlformats.org/officeDocument/2006/relationships/slideLayout" Target="../slideLayouts/slideLayout32.xml"/><Relationship Id="rId21" Type="http://schemas.openxmlformats.org/officeDocument/2006/relationships/slideLayout" Target="../slideLayouts/slideLayout31.xml"/><Relationship Id="rId20" Type="http://schemas.openxmlformats.org/officeDocument/2006/relationships/slideLayout" Target="../slideLayouts/slideLayout30.xml"/><Relationship Id="rId2" Type="http://schemas.openxmlformats.org/officeDocument/2006/relationships/slideLayout" Target="../slideLayouts/slideLayout12.xml"/><Relationship Id="rId19" Type="http://schemas.openxmlformats.org/officeDocument/2006/relationships/slideLayout" Target="../slideLayouts/slideLayout29.xml"/><Relationship Id="rId18" Type="http://schemas.openxmlformats.org/officeDocument/2006/relationships/slideLayout" Target="../slideLayouts/slideLayout28.xml"/><Relationship Id="rId17" Type="http://schemas.openxmlformats.org/officeDocument/2006/relationships/slideLayout" Target="../slideLayouts/slideLayout27.xml"/><Relationship Id="rId16" Type="http://schemas.openxmlformats.org/officeDocument/2006/relationships/slideLayout" Target="../slideLayouts/slideLayout26.xml"/><Relationship Id="rId15" Type="http://schemas.openxmlformats.org/officeDocument/2006/relationships/slideLayout" Target="../slideLayouts/slideLayout25.xml"/><Relationship Id="rId14" Type="http://schemas.openxmlformats.org/officeDocument/2006/relationships/slideLayout" Target="../slideLayouts/slideLayout24.xml"/><Relationship Id="rId13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1"/>
            </p:custDataLst>
          </p:nvPr>
        </p:nvSpPr>
        <p:spPr>
          <a:xfrm>
            <a:off x="605155" y="6314440"/>
            <a:ext cx="2707005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2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3"/>
            </p:custDataLst>
          </p:nvPr>
        </p:nvSpPr>
        <p:spPr>
          <a:xfrm>
            <a:off x="8877300" y="6314440"/>
            <a:ext cx="2711450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09556" y="482473"/>
            <a:ext cx="10972888" cy="71120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556" y="1524000"/>
            <a:ext cx="10972888" cy="47244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en-US" altLang="zh-CN" dirty="0"/>
          </a:p>
          <a:p>
            <a:pPr lvl="5"/>
            <a:r>
              <a:rPr lang="zh-CN" altLang="en-US" dirty="0"/>
              <a:t>第六级</a:t>
            </a:r>
            <a:endParaRPr lang="en-US" altLang="zh-CN" dirty="0"/>
          </a:p>
          <a:p>
            <a:pPr marL="2971800" marR="0" lvl="6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dirty="0"/>
              <a:t>第七级</a:t>
            </a:r>
            <a:endParaRPr lang="en-US" altLang="zh-CN" dirty="0"/>
          </a:p>
          <a:p>
            <a:pPr marL="3429000" marR="0" lvl="7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dirty="0"/>
              <a:t>第八级</a:t>
            </a:r>
            <a:endParaRPr lang="en-US" altLang="zh-CN" dirty="0"/>
          </a:p>
          <a:p>
            <a:pPr marL="3886200" marR="0" lvl="8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dirty="0"/>
              <a:t>第九级</a:t>
            </a:r>
            <a:endParaRPr lang="en-US" altLang="zh-CN" dirty="0"/>
          </a:p>
          <a:p>
            <a:pPr marL="3886200" marR="0" lvl="8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lang="en-US" altLang="zh-CN" dirty="0"/>
          </a:p>
          <a:p>
            <a:pPr lvl="5"/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5pPr>
      <a:lvl6pPr marL="2514600" marR="0" indent="-228600" algn="l" defTabSz="914400" rtl="0" eaLnBrk="1" fontAlgn="auto" latinLnBrk="0" hangingPunct="1">
        <a:lnSpc>
          <a:spcPct val="90000"/>
        </a:lnSpc>
        <a:spcBef>
          <a:spcPts val="500"/>
        </a:spcBef>
        <a:spcAft>
          <a:spcPts val="0"/>
        </a:spcAft>
        <a:buClrTx/>
        <a:buSzTx/>
        <a:buFont typeface="Arial" panose="020B0604020202020204" pitchFamily="34" charset="0"/>
        <a:buChar char="•"/>
        <a:defRPr lang="zh-CN" altLang="en-US" sz="2400" kern="1200" dirty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altLang="zh-CN" sz="2400" kern="1200" dirty="0" smtClean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altLang="zh-CN" sz="2400" kern="1200" dirty="0" smtClean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8pPr>
      <a:lvl9pPr marL="36576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lang="en-US" altLang="zh-CN" sz="2400" kern="1200" dirty="0" smtClean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任意多边形: 形状 17"/>
          <p:cNvSpPr/>
          <p:nvPr userDrawn="1">
            <p:custDataLst>
              <p:tags r:id="rId39"/>
            </p:custDataLst>
          </p:nvPr>
        </p:nvSpPr>
        <p:spPr>
          <a:xfrm>
            <a:off x="9199880" y="428625"/>
            <a:ext cx="2992120" cy="5833745"/>
          </a:xfrm>
          <a:custGeom>
            <a:avLst/>
            <a:gdLst>
              <a:gd name="connsiteX0" fmla="*/ 4697 w 4712"/>
              <a:gd name="connsiteY0" fmla="*/ 0 h 10758"/>
              <a:gd name="connsiteX1" fmla="*/ 4682 w 4712"/>
              <a:gd name="connsiteY1" fmla="*/ 947 h 10758"/>
              <a:gd name="connsiteX2" fmla="*/ 727 w 4712"/>
              <a:gd name="connsiteY2" fmla="*/ 5212 h 10758"/>
              <a:gd name="connsiteX3" fmla="*/ 4697 w 4712"/>
              <a:gd name="connsiteY3" fmla="*/ 9795 h 10758"/>
              <a:gd name="connsiteX4" fmla="*/ 4712 w 4712"/>
              <a:gd name="connsiteY4" fmla="*/ 10758 h 10758"/>
              <a:gd name="connsiteX5" fmla="*/ 0 w 4712"/>
              <a:gd name="connsiteY5" fmla="*/ 5212 h 10758"/>
              <a:gd name="connsiteX6" fmla="*/ 4697 w 4712"/>
              <a:gd name="connsiteY6" fmla="*/ 0 h 107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712" h="10758">
                <a:moveTo>
                  <a:pt x="4697" y="0"/>
                </a:moveTo>
                <a:lnTo>
                  <a:pt x="4682" y="947"/>
                </a:lnTo>
                <a:lnTo>
                  <a:pt x="727" y="5212"/>
                </a:lnTo>
                <a:lnTo>
                  <a:pt x="4697" y="9795"/>
                </a:lnTo>
                <a:lnTo>
                  <a:pt x="4712" y="10758"/>
                </a:lnTo>
                <a:lnTo>
                  <a:pt x="0" y="5212"/>
                </a:lnTo>
                <a:lnTo>
                  <a:pt x="4697" y="0"/>
                </a:lnTo>
                <a:close/>
              </a:path>
            </a:pathLst>
          </a:cu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9" name="任意多边形 8"/>
          <p:cNvSpPr/>
          <p:nvPr userDrawn="1">
            <p:custDataLst>
              <p:tags r:id="rId40"/>
            </p:custDataLst>
          </p:nvPr>
        </p:nvSpPr>
        <p:spPr>
          <a:xfrm>
            <a:off x="10914319" y="1953780"/>
            <a:ext cx="1277681" cy="2615453"/>
          </a:xfrm>
          <a:custGeom>
            <a:avLst/>
            <a:gdLst>
              <a:gd name="ir" fmla="*/ w 3 4"/>
              <a:gd name="ib" fmla="*/ h 3 4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012" h="4119">
                <a:moveTo>
                  <a:pt x="2012" y="0"/>
                </a:moveTo>
                <a:lnTo>
                  <a:pt x="2012" y="4119"/>
                </a:lnTo>
                <a:lnTo>
                  <a:pt x="0" y="2059"/>
                </a:lnTo>
                <a:lnTo>
                  <a:pt x="2012" y="0"/>
                </a:lnTo>
                <a:close/>
              </a:path>
            </a:pathLst>
          </a:cu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10" name="任意多边形 9"/>
          <p:cNvSpPr/>
          <p:nvPr userDrawn="1">
            <p:custDataLst>
              <p:tags r:id="rId41"/>
            </p:custDataLst>
          </p:nvPr>
        </p:nvSpPr>
        <p:spPr>
          <a:xfrm flipH="1">
            <a:off x="0" y="5054600"/>
            <a:ext cx="789940" cy="1803400"/>
          </a:xfrm>
          <a:custGeom>
            <a:avLst/>
            <a:gdLst>
              <a:gd name="ir" fmla="*/ w 3 4"/>
              <a:gd name="ib" fmla="*/ h 3 4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012" h="4119">
                <a:moveTo>
                  <a:pt x="2012" y="0"/>
                </a:moveTo>
                <a:lnTo>
                  <a:pt x="2012" y="4119"/>
                </a:lnTo>
                <a:lnTo>
                  <a:pt x="0" y="2059"/>
                </a:lnTo>
                <a:lnTo>
                  <a:pt x="2012" y="0"/>
                </a:lnTo>
                <a:close/>
              </a:path>
            </a:pathLst>
          </a:cu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42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43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44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45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46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8" name="KSO_TEMPLATE" hidden="1"/>
          <p:cNvSpPr/>
          <p:nvPr userDrawn="1">
            <p:custDataLst>
              <p:tags r:id="rId47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48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  <p:sldLayoutId id="2147483674" r:id="rId15"/>
    <p:sldLayoutId id="2147483675" r:id="rId16"/>
    <p:sldLayoutId id="2147483676" r:id="rId17"/>
    <p:sldLayoutId id="2147483677" r:id="rId18"/>
    <p:sldLayoutId id="2147483678" r:id="rId19"/>
    <p:sldLayoutId id="2147483679" r:id="rId20"/>
    <p:sldLayoutId id="2147483680" r:id="rId21"/>
    <p:sldLayoutId id="2147483681" r:id="rId22"/>
    <p:sldLayoutId id="2147483682" r:id="rId23"/>
    <p:sldLayoutId id="2147483683" r:id="rId24"/>
    <p:sldLayoutId id="2147483684" r:id="rId25"/>
    <p:sldLayoutId id="2147483685" r:id="rId26"/>
    <p:sldLayoutId id="2147483686" r:id="rId27"/>
    <p:sldLayoutId id="2147483687" r:id="rId28"/>
    <p:sldLayoutId id="2147483688" r:id="rId29"/>
    <p:sldLayoutId id="2147483689" r:id="rId30"/>
    <p:sldLayoutId id="2147483690" r:id="rId31"/>
    <p:sldLayoutId id="2147483691" r:id="rId32"/>
    <p:sldLayoutId id="2147483692" r:id="rId33"/>
    <p:sldLayoutId id="2147483693" r:id="rId34"/>
    <p:sldLayoutId id="2147483694" r:id="rId35"/>
    <p:sldLayoutId id="2147483695" r:id="rId36"/>
    <p:sldLayoutId id="2147483696" r:id="rId37"/>
    <p:sldLayoutId id="2147483697" r:id="rId3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u="none" kern="1200" spc="0">
          <a:solidFill>
            <a:schemeClr val="tx1">
              <a:lumMod val="65000"/>
              <a:lumOff val="35000"/>
            </a:schemeClr>
          </a:solidFill>
          <a:effectLst>
            <a:outerShdw>
              <a:srgbClr val="FFFFFF"/>
            </a:outerShdw>
          </a:effectLst>
          <a:uFill>
            <a:solidFill>
              <a:schemeClr val="tx1">
                <a:lumMod val="65000"/>
                <a:lumOff val="35000"/>
              </a:schemeClr>
            </a:solidFill>
          </a:uFill>
          <a:latin typeface="+mj-lt"/>
          <a:ea typeface="+mj-ea"/>
          <a:cs typeface="+mj-cs"/>
        </a:defRPr>
      </a:lvl1pPr>
    </p:titleStyle>
    <p:bodyStyle>
      <a:lvl1pPr marL="228600" indent="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 spc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0" algn="l" defTabSz="914400" rtl="0" eaLnBrk="1" latinLnBrk="0" hangingPunct="1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2000" kern="1200" spc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0" algn="l" defTabSz="914400" rtl="0" eaLnBrk="1" latinLnBrk="0" hangingPunct="1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1800" kern="1200" spc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0" algn="l" defTabSz="914400" rtl="0" eaLnBrk="1" latinLnBrk="0" hangingPunct="1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1800" kern="1200" spc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0" algn="l" defTabSz="914400" rtl="0" eaLnBrk="1" latinLnBrk="0" hangingPunct="1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1800" kern="1200" spc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45.xml"/><Relationship Id="rId4" Type="http://schemas.openxmlformats.org/officeDocument/2006/relationships/tags" Target="../tags/tag510.xml"/><Relationship Id="rId3" Type="http://schemas.openxmlformats.org/officeDocument/2006/relationships/tags" Target="../tags/tag509.xml"/><Relationship Id="rId2" Type="http://schemas.openxmlformats.org/officeDocument/2006/relationships/tags" Target="../tags/tag508.xml"/><Relationship Id="rId1" Type="http://schemas.openxmlformats.org/officeDocument/2006/relationships/tags" Target="../tags/tag507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519.xml"/><Relationship Id="rId8" Type="http://schemas.openxmlformats.org/officeDocument/2006/relationships/tags" Target="../tags/tag518.xml"/><Relationship Id="rId7" Type="http://schemas.openxmlformats.org/officeDocument/2006/relationships/tags" Target="../tags/tag517.xml"/><Relationship Id="rId6" Type="http://schemas.openxmlformats.org/officeDocument/2006/relationships/tags" Target="../tags/tag516.xml"/><Relationship Id="rId5" Type="http://schemas.openxmlformats.org/officeDocument/2006/relationships/tags" Target="../tags/tag515.xml"/><Relationship Id="rId4" Type="http://schemas.openxmlformats.org/officeDocument/2006/relationships/tags" Target="../tags/tag514.xml"/><Relationship Id="rId3" Type="http://schemas.openxmlformats.org/officeDocument/2006/relationships/tags" Target="../tags/tag513.xml"/><Relationship Id="rId2" Type="http://schemas.openxmlformats.org/officeDocument/2006/relationships/tags" Target="../tags/tag512.xml"/><Relationship Id="rId16" Type="http://schemas.openxmlformats.org/officeDocument/2006/relationships/slideLayout" Target="../slideLayouts/slideLayout36.xml"/><Relationship Id="rId15" Type="http://schemas.openxmlformats.org/officeDocument/2006/relationships/tags" Target="../tags/tag525.xml"/><Relationship Id="rId14" Type="http://schemas.openxmlformats.org/officeDocument/2006/relationships/tags" Target="../tags/tag524.xml"/><Relationship Id="rId13" Type="http://schemas.openxmlformats.org/officeDocument/2006/relationships/tags" Target="../tags/tag523.xml"/><Relationship Id="rId12" Type="http://schemas.openxmlformats.org/officeDocument/2006/relationships/tags" Target="../tags/tag522.xml"/><Relationship Id="rId11" Type="http://schemas.openxmlformats.org/officeDocument/2006/relationships/tags" Target="../tags/tag521.xml"/><Relationship Id="rId10" Type="http://schemas.openxmlformats.org/officeDocument/2006/relationships/tags" Target="../tags/tag520.xml"/><Relationship Id="rId1" Type="http://schemas.openxmlformats.org/officeDocument/2006/relationships/tags" Target="../tags/tag511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6.xml"/><Relationship Id="rId3" Type="http://schemas.openxmlformats.org/officeDocument/2006/relationships/tags" Target="../tags/tag528.xml"/><Relationship Id="rId2" Type="http://schemas.openxmlformats.org/officeDocument/2006/relationships/tags" Target="../tags/tag527.xml"/><Relationship Id="rId1" Type="http://schemas.openxmlformats.org/officeDocument/2006/relationships/tags" Target="../tags/tag526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536.xml"/><Relationship Id="rId8" Type="http://schemas.openxmlformats.org/officeDocument/2006/relationships/tags" Target="../tags/tag535.xml"/><Relationship Id="rId7" Type="http://schemas.openxmlformats.org/officeDocument/2006/relationships/tags" Target="../tags/tag534.xml"/><Relationship Id="rId6" Type="http://schemas.openxmlformats.org/officeDocument/2006/relationships/tags" Target="../tags/tag533.xml"/><Relationship Id="rId5" Type="http://schemas.openxmlformats.org/officeDocument/2006/relationships/tags" Target="../tags/tag532.xml"/><Relationship Id="rId4" Type="http://schemas.openxmlformats.org/officeDocument/2006/relationships/tags" Target="../tags/tag531.xml"/><Relationship Id="rId3" Type="http://schemas.openxmlformats.org/officeDocument/2006/relationships/image" Target="../media/image2.jpeg"/><Relationship Id="rId2" Type="http://schemas.openxmlformats.org/officeDocument/2006/relationships/tags" Target="../tags/tag530.xml"/><Relationship Id="rId11" Type="http://schemas.openxmlformats.org/officeDocument/2006/relationships/slideLayout" Target="../slideLayouts/slideLayout34.xml"/><Relationship Id="rId10" Type="http://schemas.openxmlformats.org/officeDocument/2006/relationships/tags" Target="../tags/tag537.xml"/><Relationship Id="rId1" Type="http://schemas.openxmlformats.org/officeDocument/2006/relationships/tags" Target="../tags/tag529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544.xml"/><Relationship Id="rId8" Type="http://schemas.openxmlformats.org/officeDocument/2006/relationships/tags" Target="../tags/tag543.xml"/><Relationship Id="rId7" Type="http://schemas.openxmlformats.org/officeDocument/2006/relationships/image" Target="../media/image4.jpeg"/><Relationship Id="rId6" Type="http://schemas.openxmlformats.org/officeDocument/2006/relationships/tags" Target="../tags/tag542.xml"/><Relationship Id="rId5" Type="http://schemas.openxmlformats.org/officeDocument/2006/relationships/tags" Target="../tags/tag541.xml"/><Relationship Id="rId4" Type="http://schemas.openxmlformats.org/officeDocument/2006/relationships/tags" Target="../tags/tag540.xml"/><Relationship Id="rId3" Type="http://schemas.openxmlformats.org/officeDocument/2006/relationships/image" Target="../media/image3.jpeg"/><Relationship Id="rId2" Type="http://schemas.openxmlformats.org/officeDocument/2006/relationships/tags" Target="../tags/tag539.xml"/><Relationship Id="rId15" Type="http://schemas.openxmlformats.org/officeDocument/2006/relationships/slideLayout" Target="../slideLayouts/slideLayout33.xml"/><Relationship Id="rId14" Type="http://schemas.openxmlformats.org/officeDocument/2006/relationships/tags" Target="../tags/tag548.xml"/><Relationship Id="rId13" Type="http://schemas.openxmlformats.org/officeDocument/2006/relationships/tags" Target="../tags/tag547.xml"/><Relationship Id="rId12" Type="http://schemas.openxmlformats.org/officeDocument/2006/relationships/tags" Target="../tags/tag546.xml"/><Relationship Id="rId11" Type="http://schemas.openxmlformats.org/officeDocument/2006/relationships/image" Target="../media/image5.jpeg"/><Relationship Id="rId10" Type="http://schemas.openxmlformats.org/officeDocument/2006/relationships/tags" Target="../tags/tag545.xml"/><Relationship Id="rId1" Type="http://schemas.openxmlformats.org/officeDocument/2006/relationships/tags" Target="../tags/tag538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556.xml"/><Relationship Id="rId8" Type="http://schemas.openxmlformats.org/officeDocument/2006/relationships/tags" Target="../tags/tag555.xml"/><Relationship Id="rId7" Type="http://schemas.openxmlformats.org/officeDocument/2006/relationships/tags" Target="../tags/tag554.xml"/><Relationship Id="rId6" Type="http://schemas.openxmlformats.org/officeDocument/2006/relationships/tags" Target="../tags/tag553.xml"/><Relationship Id="rId5" Type="http://schemas.openxmlformats.org/officeDocument/2006/relationships/tags" Target="../tags/tag552.xml"/><Relationship Id="rId4" Type="http://schemas.openxmlformats.org/officeDocument/2006/relationships/tags" Target="../tags/tag551.xml"/><Relationship Id="rId3" Type="http://schemas.openxmlformats.org/officeDocument/2006/relationships/image" Target="../media/image6.jpeg"/><Relationship Id="rId2" Type="http://schemas.openxmlformats.org/officeDocument/2006/relationships/tags" Target="../tags/tag550.xml"/><Relationship Id="rId11" Type="http://schemas.openxmlformats.org/officeDocument/2006/relationships/slideLayout" Target="../slideLayouts/slideLayout32.xml"/><Relationship Id="rId10" Type="http://schemas.openxmlformats.org/officeDocument/2006/relationships/tags" Target="../tags/tag557.xml"/><Relationship Id="rId1" Type="http://schemas.openxmlformats.org/officeDocument/2006/relationships/tags" Target="../tags/tag549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565.xml"/><Relationship Id="rId8" Type="http://schemas.openxmlformats.org/officeDocument/2006/relationships/tags" Target="../tags/tag564.xml"/><Relationship Id="rId7" Type="http://schemas.openxmlformats.org/officeDocument/2006/relationships/tags" Target="../tags/tag563.xml"/><Relationship Id="rId6" Type="http://schemas.openxmlformats.org/officeDocument/2006/relationships/tags" Target="../tags/tag562.xml"/><Relationship Id="rId5" Type="http://schemas.openxmlformats.org/officeDocument/2006/relationships/tags" Target="../tags/tag561.xml"/><Relationship Id="rId4" Type="http://schemas.openxmlformats.org/officeDocument/2006/relationships/tags" Target="../tags/tag560.xml"/><Relationship Id="rId3" Type="http://schemas.openxmlformats.org/officeDocument/2006/relationships/image" Target="../media/image7.jpeg"/><Relationship Id="rId2" Type="http://schemas.openxmlformats.org/officeDocument/2006/relationships/tags" Target="../tags/tag559.xml"/><Relationship Id="rId10" Type="http://schemas.openxmlformats.org/officeDocument/2006/relationships/slideLayout" Target="../slideLayouts/slideLayout32.xml"/><Relationship Id="rId1" Type="http://schemas.openxmlformats.org/officeDocument/2006/relationships/tags" Target="../tags/tag558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6.xml"/><Relationship Id="rId3" Type="http://schemas.openxmlformats.org/officeDocument/2006/relationships/tags" Target="../tags/tag568.xml"/><Relationship Id="rId2" Type="http://schemas.openxmlformats.org/officeDocument/2006/relationships/tags" Target="../tags/tag567.xml"/><Relationship Id="rId1" Type="http://schemas.openxmlformats.org/officeDocument/2006/relationships/tags" Target="../tags/tag566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577.xml"/><Relationship Id="rId8" Type="http://schemas.openxmlformats.org/officeDocument/2006/relationships/tags" Target="../tags/tag576.xml"/><Relationship Id="rId7" Type="http://schemas.openxmlformats.org/officeDocument/2006/relationships/tags" Target="../tags/tag575.xml"/><Relationship Id="rId6" Type="http://schemas.openxmlformats.org/officeDocument/2006/relationships/tags" Target="../tags/tag574.xml"/><Relationship Id="rId5" Type="http://schemas.openxmlformats.org/officeDocument/2006/relationships/tags" Target="../tags/tag573.xml"/><Relationship Id="rId4" Type="http://schemas.openxmlformats.org/officeDocument/2006/relationships/tags" Target="../tags/tag572.xml"/><Relationship Id="rId3" Type="http://schemas.openxmlformats.org/officeDocument/2006/relationships/tags" Target="../tags/tag571.xml"/><Relationship Id="rId23" Type="http://schemas.openxmlformats.org/officeDocument/2006/relationships/slideLayout" Target="../slideLayouts/slideLayout31.xml"/><Relationship Id="rId22" Type="http://schemas.openxmlformats.org/officeDocument/2006/relationships/tags" Target="../tags/tag590.xml"/><Relationship Id="rId21" Type="http://schemas.openxmlformats.org/officeDocument/2006/relationships/tags" Target="../tags/tag589.xml"/><Relationship Id="rId20" Type="http://schemas.openxmlformats.org/officeDocument/2006/relationships/tags" Target="../tags/tag588.xml"/><Relationship Id="rId2" Type="http://schemas.openxmlformats.org/officeDocument/2006/relationships/tags" Target="../tags/tag570.xml"/><Relationship Id="rId19" Type="http://schemas.openxmlformats.org/officeDocument/2006/relationships/tags" Target="../tags/tag587.xml"/><Relationship Id="rId18" Type="http://schemas.openxmlformats.org/officeDocument/2006/relationships/tags" Target="../tags/tag586.xml"/><Relationship Id="rId17" Type="http://schemas.openxmlformats.org/officeDocument/2006/relationships/tags" Target="../tags/tag585.xml"/><Relationship Id="rId16" Type="http://schemas.openxmlformats.org/officeDocument/2006/relationships/tags" Target="../tags/tag584.xml"/><Relationship Id="rId15" Type="http://schemas.openxmlformats.org/officeDocument/2006/relationships/tags" Target="../tags/tag583.xml"/><Relationship Id="rId14" Type="http://schemas.openxmlformats.org/officeDocument/2006/relationships/tags" Target="../tags/tag582.xml"/><Relationship Id="rId13" Type="http://schemas.openxmlformats.org/officeDocument/2006/relationships/tags" Target="../tags/tag581.xml"/><Relationship Id="rId12" Type="http://schemas.openxmlformats.org/officeDocument/2006/relationships/tags" Target="../tags/tag580.xml"/><Relationship Id="rId11" Type="http://schemas.openxmlformats.org/officeDocument/2006/relationships/tags" Target="../tags/tag579.xml"/><Relationship Id="rId10" Type="http://schemas.openxmlformats.org/officeDocument/2006/relationships/tags" Target="../tags/tag578.xml"/><Relationship Id="rId1" Type="http://schemas.openxmlformats.org/officeDocument/2006/relationships/tags" Target="../tags/tag569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jpeg"/><Relationship Id="rId8" Type="http://schemas.openxmlformats.org/officeDocument/2006/relationships/tags" Target="../tags/tag597.xml"/><Relationship Id="rId7" Type="http://schemas.openxmlformats.org/officeDocument/2006/relationships/tags" Target="../tags/tag596.xml"/><Relationship Id="rId6" Type="http://schemas.openxmlformats.org/officeDocument/2006/relationships/tags" Target="../tags/tag595.xml"/><Relationship Id="rId5" Type="http://schemas.openxmlformats.org/officeDocument/2006/relationships/tags" Target="../tags/tag594.xml"/><Relationship Id="rId4" Type="http://schemas.openxmlformats.org/officeDocument/2006/relationships/image" Target="../media/image8.jpeg"/><Relationship Id="rId3" Type="http://schemas.openxmlformats.org/officeDocument/2006/relationships/tags" Target="../tags/tag593.xml"/><Relationship Id="rId2" Type="http://schemas.openxmlformats.org/officeDocument/2006/relationships/tags" Target="../tags/tag592.xml"/><Relationship Id="rId18" Type="http://schemas.openxmlformats.org/officeDocument/2006/relationships/slideLayout" Target="../slideLayouts/slideLayout30.xml"/><Relationship Id="rId17" Type="http://schemas.openxmlformats.org/officeDocument/2006/relationships/tags" Target="../tags/tag604.xml"/><Relationship Id="rId16" Type="http://schemas.openxmlformats.org/officeDocument/2006/relationships/tags" Target="../tags/tag603.xml"/><Relationship Id="rId15" Type="http://schemas.openxmlformats.org/officeDocument/2006/relationships/tags" Target="../tags/tag602.xml"/><Relationship Id="rId14" Type="http://schemas.openxmlformats.org/officeDocument/2006/relationships/image" Target="../media/image10.jpeg"/><Relationship Id="rId13" Type="http://schemas.openxmlformats.org/officeDocument/2006/relationships/tags" Target="../tags/tag601.xml"/><Relationship Id="rId12" Type="http://schemas.openxmlformats.org/officeDocument/2006/relationships/tags" Target="../tags/tag600.xml"/><Relationship Id="rId11" Type="http://schemas.openxmlformats.org/officeDocument/2006/relationships/tags" Target="../tags/tag599.xml"/><Relationship Id="rId10" Type="http://schemas.openxmlformats.org/officeDocument/2006/relationships/tags" Target="../tags/tag598.xml"/><Relationship Id="rId1" Type="http://schemas.openxmlformats.org/officeDocument/2006/relationships/tags" Target="../tags/tag591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image" Target="../media/image12.jpeg"/><Relationship Id="rId8" Type="http://schemas.openxmlformats.org/officeDocument/2006/relationships/tags" Target="../tags/tag611.xml"/><Relationship Id="rId7" Type="http://schemas.openxmlformats.org/officeDocument/2006/relationships/tags" Target="../tags/tag610.xml"/><Relationship Id="rId6" Type="http://schemas.openxmlformats.org/officeDocument/2006/relationships/tags" Target="../tags/tag609.xml"/><Relationship Id="rId5" Type="http://schemas.openxmlformats.org/officeDocument/2006/relationships/tags" Target="../tags/tag608.xml"/><Relationship Id="rId4" Type="http://schemas.openxmlformats.org/officeDocument/2006/relationships/image" Target="../media/image11.jpeg"/><Relationship Id="rId3" Type="http://schemas.openxmlformats.org/officeDocument/2006/relationships/tags" Target="../tags/tag607.xml"/><Relationship Id="rId23" Type="http://schemas.openxmlformats.org/officeDocument/2006/relationships/slideLayout" Target="../slideLayouts/slideLayout29.xml"/><Relationship Id="rId22" Type="http://schemas.openxmlformats.org/officeDocument/2006/relationships/tags" Target="../tags/tag622.xml"/><Relationship Id="rId21" Type="http://schemas.openxmlformats.org/officeDocument/2006/relationships/tags" Target="../tags/tag621.xml"/><Relationship Id="rId20" Type="http://schemas.openxmlformats.org/officeDocument/2006/relationships/tags" Target="../tags/tag620.xml"/><Relationship Id="rId2" Type="http://schemas.openxmlformats.org/officeDocument/2006/relationships/tags" Target="../tags/tag606.xml"/><Relationship Id="rId19" Type="http://schemas.openxmlformats.org/officeDocument/2006/relationships/image" Target="../media/image14.jpeg"/><Relationship Id="rId18" Type="http://schemas.openxmlformats.org/officeDocument/2006/relationships/tags" Target="../tags/tag619.xml"/><Relationship Id="rId17" Type="http://schemas.openxmlformats.org/officeDocument/2006/relationships/tags" Target="../tags/tag618.xml"/><Relationship Id="rId16" Type="http://schemas.openxmlformats.org/officeDocument/2006/relationships/tags" Target="../tags/tag617.xml"/><Relationship Id="rId15" Type="http://schemas.openxmlformats.org/officeDocument/2006/relationships/tags" Target="../tags/tag616.xml"/><Relationship Id="rId14" Type="http://schemas.openxmlformats.org/officeDocument/2006/relationships/image" Target="../media/image13.jpeg"/><Relationship Id="rId13" Type="http://schemas.openxmlformats.org/officeDocument/2006/relationships/tags" Target="../tags/tag615.xml"/><Relationship Id="rId12" Type="http://schemas.openxmlformats.org/officeDocument/2006/relationships/tags" Target="../tags/tag614.xml"/><Relationship Id="rId11" Type="http://schemas.openxmlformats.org/officeDocument/2006/relationships/tags" Target="../tags/tag613.xml"/><Relationship Id="rId10" Type="http://schemas.openxmlformats.org/officeDocument/2006/relationships/tags" Target="../tags/tag612.xml"/><Relationship Id="rId1" Type="http://schemas.openxmlformats.org/officeDocument/2006/relationships/tags" Target="../tags/tag605.xml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6.xml"/><Relationship Id="rId3" Type="http://schemas.openxmlformats.org/officeDocument/2006/relationships/tags" Target="../tags/tag625.xml"/><Relationship Id="rId2" Type="http://schemas.openxmlformats.org/officeDocument/2006/relationships/tags" Target="../tags/tag624.xml"/><Relationship Id="rId1" Type="http://schemas.openxmlformats.org/officeDocument/2006/relationships/tags" Target="../tags/tag623.xml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tags" Target="../tags/tag634.xml"/><Relationship Id="rId8" Type="http://schemas.openxmlformats.org/officeDocument/2006/relationships/tags" Target="../tags/tag633.xml"/><Relationship Id="rId7" Type="http://schemas.openxmlformats.org/officeDocument/2006/relationships/tags" Target="../tags/tag632.xml"/><Relationship Id="rId6" Type="http://schemas.openxmlformats.org/officeDocument/2006/relationships/tags" Target="../tags/tag631.xml"/><Relationship Id="rId5" Type="http://schemas.openxmlformats.org/officeDocument/2006/relationships/tags" Target="../tags/tag630.xml"/><Relationship Id="rId4" Type="http://schemas.openxmlformats.org/officeDocument/2006/relationships/tags" Target="../tags/tag629.xml"/><Relationship Id="rId3" Type="http://schemas.openxmlformats.org/officeDocument/2006/relationships/tags" Target="../tags/tag628.xml"/><Relationship Id="rId2" Type="http://schemas.openxmlformats.org/officeDocument/2006/relationships/tags" Target="../tags/tag627.xml"/><Relationship Id="rId12" Type="http://schemas.openxmlformats.org/officeDocument/2006/relationships/slideLayout" Target="../slideLayouts/slideLayout28.xml"/><Relationship Id="rId11" Type="http://schemas.openxmlformats.org/officeDocument/2006/relationships/tags" Target="../tags/tag636.xml"/><Relationship Id="rId10" Type="http://schemas.openxmlformats.org/officeDocument/2006/relationships/tags" Target="../tags/tag635.xml"/><Relationship Id="rId1" Type="http://schemas.openxmlformats.org/officeDocument/2006/relationships/tags" Target="../tags/tag626.xml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tags" Target="../tags/tag644.xml"/><Relationship Id="rId8" Type="http://schemas.openxmlformats.org/officeDocument/2006/relationships/image" Target="../media/image15.png"/><Relationship Id="rId7" Type="http://schemas.openxmlformats.org/officeDocument/2006/relationships/tags" Target="../tags/tag643.xml"/><Relationship Id="rId6" Type="http://schemas.openxmlformats.org/officeDocument/2006/relationships/tags" Target="../tags/tag642.xml"/><Relationship Id="rId5" Type="http://schemas.openxmlformats.org/officeDocument/2006/relationships/tags" Target="../tags/tag641.xml"/><Relationship Id="rId4" Type="http://schemas.openxmlformats.org/officeDocument/2006/relationships/tags" Target="../tags/tag640.xml"/><Relationship Id="rId3" Type="http://schemas.openxmlformats.org/officeDocument/2006/relationships/tags" Target="../tags/tag639.xml"/><Relationship Id="rId2" Type="http://schemas.openxmlformats.org/officeDocument/2006/relationships/tags" Target="../tags/tag638.xml"/><Relationship Id="rId10" Type="http://schemas.openxmlformats.org/officeDocument/2006/relationships/slideLayout" Target="../slideLayouts/slideLayout26.xml"/><Relationship Id="rId1" Type="http://schemas.openxmlformats.org/officeDocument/2006/relationships/tags" Target="../tags/tag637.xml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6.xml"/><Relationship Id="rId3" Type="http://schemas.openxmlformats.org/officeDocument/2006/relationships/tags" Target="../tags/tag647.xml"/><Relationship Id="rId2" Type="http://schemas.openxmlformats.org/officeDocument/2006/relationships/tags" Target="../tags/tag646.xml"/><Relationship Id="rId1" Type="http://schemas.openxmlformats.org/officeDocument/2006/relationships/tags" Target="../tags/tag645.xml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tags" Target="../tags/tag656.xml"/><Relationship Id="rId8" Type="http://schemas.openxmlformats.org/officeDocument/2006/relationships/tags" Target="../tags/tag655.xml"/><Relationship Id="rId7" Type="http://schemas.openxmlformats.org/officeDocument/2006/relationships/tags" Target="../tags/tag654.xml"/><Relationship Id="rId6" Type="http://schemas.openxmlformats.org/officeDocument/2006/relationships/tags" Target="../tags/tag653.xml"/><Relationship Id="rId5" Type="http://schemas.openxmlformats.org/officeDocument/2006/relationships/tags" Target="../tags/tag652.xml"/><Relationship Id="rId4" Type="http://schemas.openxmlformats.org/officeDocument/2006/relationships/tags" Target="../tags/tag651.xml"/><Relationship Id="rId3" Type="http://schemas.openxmlformats.org/officeDocument/2006/relationships/tags" Target="../tags/tag650.xml"/><Relationship Id="rId2" Type="http://schemas.openxmlformats.org/officeDocument/2006/relationships/tags" Target="../tags/tag649.xml"/><Relationship Id="rId15" Type="http://schemas.openxmlformats.org/officeDocument/2006/relationships/slideLayout" Target="../slideLayouts/slideLayout20.xml"/><Relationship Id="rId14" Type="http://schemas.openxmlformats.org/officeDocument/2006/relationships/tags" Target="../tags/tag661.xml"/><Relationship Id="rId13" Type="http://schemas.openxmlformats.org/officeDocument/2006/relationships/tags" Target="../tags/tag660.xml"/><Relationship Id="rId12" Type="http://schemas.openxmlformats.org/officeDocument/2006/relationships/tags" Target="../tags/tag659.xml"/><Relationship Id="rId11" Type="http://schemas.openxmlformats.org/officeDocument/2006/relationships/tags" Target="../tags/tag658.xml"/><Relationship Id="rId10" Type="http://schemas.openxmlformats.org/officeDocument/2006/relationships/tags" Target="../tags/tag657.xml"/><Relationship Id="rId1" Type="http://schemas.openxmlformats.org/officeDocument/2006/relationships/tags" Target="../tags/tag648.xml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tags" Target="../tags/tag669.xml"/><Relationship Id="rId8" Type="http://schemas.openxmlformats.org/officeDocument/2006/relationships/tags" Target="../tags/tag668.xml"/><Relationship Id="rId7" Type="http://schemas.openxmlformats.org/officeDocument/2006/relationships/tags" Target="../tags/tag667.xml"/><Relationship Id="rId6" Type="http://schemas.openxmlformats.org/officeDocument/2006/relationships/tags" Target="../tags/tag666.xml"/><Relationship Id="rId5" Type="http://schemas.openxmlformats.org/officeDocument/2006/relationships/tags" Target="../tags/tag665.xml"/><Relationship Id="rId4" Type="http://schemas.openxmlformats.org/officeDocument/2006/relationships/tags" Target="../tags/tag664.xml"/><Relationship Id="rId3" Type="http://schemas.openxmlformats.org/officeDocument/2006/relationships/image" Target="../media/image16.jpeg"/><Relationship Id="rId2" Type="http://schemas.openxmlformats.org/officeDocument/2006/relationships/tags" Target="../tags/tag663.xml"/><Relationship Id="rId11" Type="http://schemas.openxmlformats.org/officeDocument/2006/relationships/slideLayout" Target="../slideLayouts/slideLayout19.xml"/><Relationship Id="rId10" Type="http://schemas.openxmlformats.org/officeDocument/2006/relationships/tags" Target="../tags/tag670.xml"/><Relationship Id="rId1" Type="http://schemas.openxmlformats.org/officeDocument/2006/relationships/tags" Target="../tags/tag662.xml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image" Target="../media/image20.svg"/><Relationship Id="rId8" Type="http://schemas.openxmlformats.org/officeDocument/2006/relationships/image" Target="../media/image19.png"/><Relationship Id="rId7" Type="http://schemas.openxmlformats.org/officeDocument/2006/relationships/tags" Target="../tags/tag675.xml"/><Relationship Id="rId6" Type="http://schemas.openxmlformats.org/officeDocument/2006/relationships/tags" Target="../tags/tag674.xml"/><Relationship Id="rId5" Type="http://schemas.openxmlformats.org/officeDocument/2006/relationships/tags" Target="../tags/tag673.xml"/><Relationship Id="rId4" Type="http://schemas.openxmlformats.org/officeDocument/2006/relationships/image" Target="../media/image18.svg"/><Relationship Id="rId3" Type="http://schemas.openxmlformats.org/officeDocument/2006/relationships/image" Target="../media/image17.png"/><Relationship Id="rId2" Type="http://schemas.openxmlformats.org/officeDocument/2006/relationships/tags" Target="../tags/tag672.xml"/><Relationship Id="rId18" Type="http://schemas.openxmlformats.org/officeDocument/2006/relationships/slideLayout" Target="../slideLayouts/slideLayout18.xml"/><Relationship Id="rId17" Type="http://schemas.openxmlformats.org/officeDocument/2006/relationships/tags" Target="../tags/tag681.xml"/><Relationship Id="rId16" Type="http://schemas.openxmlformats.org/officeDocument/2006/relationships/tags" Target="../tags/tag680.xml"/><Relationship Id="rId15" Type="http://schemas.openxmlformats.org/officeDocument/2006/relationships/tags" Target="../tags/tag679.xml"/><Relationship Id="rId14" Type="http://schemas.openxmlformats.org/officeDocument/2006/relationships/image" Target="../media/image22.svg"/><Relationship Id="rId13" Type="http://schemas.openxmlformats.org/officeDocument/2006/relationships/image" Target="../media/image21.png"/><Relationship Id="rId12" Type="http://schemas.openxmlformats.org/officeDocument/2006/relationships/tags" Target="../tags/tag678.xml"/><Relationship Id="rId11" Type="http://schemas.openxmlformats.org/officeDocument/2006/relationships/tags" Target="../tags/tag677.xml"/><Relationship Id="rId10" Type="http://schemas.openxmlformats.org/officeDocument/2006/relationships/tags" Target="../tags/tag676.xml"/><Relationship Id="rId1" Type="http://schemas.openxmlformats.org/officeDocument/2006/relationships/tags" Target="../tags/tag671.xml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7.xml"/><Relationship Id="rId3" Type="http://schemas.openxmlformats.org/officeDocument/2006/relationships/tags" Target="../tags/tag684.xml"/><Relationship Id="rId2" Type="http://schemas.openxmlformats.org/officeDocument/2006/relationships/tags" Target="../tags/tag683.xml"/><Relationship Id="rId1" Type="http://schemas.openxmlformats.org/officeDocument/2006/relationships/tags" Target="../tags/tag68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日期"/>
          <p:cNvSpPr>
            <a:spLocks noGrp="1"/>
          </p:cNvSpPr>
          <p:nvPr>
            <p:ph type="body" idx="16386"/>
            <p:custDataLst>
              <p:tags r:id="rId1"/>
            </p:custDataLst>
          </p:nvPr>
        </p:nvSpPr>
        <p:spPr/>
        <p:txBody>
          <a:bodyPr/>
          <a:p>
            <a:r>
              <a:rPr lang="en-US" altLang="zh-CN"/>
              <a:t>2026.3.17</a:t>
            </a:r>
            <a:endParaRPr lang="en-US" altLang="zh-CN"/>
          </a:p>
          <a:p>
            <a:endParaRPr lang="en-US" altLang="en-US"/>
          </a:p>
        </p:txBody>
      </p:sp>
      <p:sp>
        <p:nvSpPr>
          <p:cNvPr id="3" name="标题 4"/>
          <p:cNvSpPr>
            <a:spLocks noGrp="1"/>
          </p:cNvSpPr>
          <p:nvPr>
            <p:ph type="ctrTitle" idx="16385"/>
            <p:custDataLst>
              <p:tags r:id="rId2"/>
            </p:custDataLst>
          </p:nvPr>
        </p:nvSpPr>
        <p:spPr>
          <a:xfrm>
            <a:off x="1015940" y="2158940"/>
            <a:ext cx="6352646" cy="2540000"/>
          </a:xfrm>
        </p:spPr>
        <p:txBody>
          <a:bodyPr>
            <a:normAutofit fontScale="90000"/>
          </a:bodyPr>
          <a:p>
            <a:r>
              <a:rPr lang="zh-CN" altLang="en-US"/>
              <a:t>年处理20万吨CO₂回收工艺精制工段初步设计（开题报告）</a:t>
            </a:r>
            <a:endParaRPr lang="zh-CN" altLang="en-US"/>
          </a:p>
        </p:txBody>
      </p:sp>
      <p:sp>
        <p:nvSpPr>
          <p:cNvPr id="4" name="署名占位符 10"/>
          <p:cNvSpPr>
            <a:spLocks noGrp="1"/>
          </p:cNvSpPr>
          <p:nvPr>
            <p:ph type="body" sz="quarter" idx="16387"/>
            <p:custDataLst>
              <p:tags r:id="rId3"/>
            </p:custDataLst>
          </p:nvPr>
        </p:nvSpPr>
        <p:spPr>
          <a:xfrm>
            <a:off x="1016000" y="4749800"/>
            <a:ext cx="2540882" cy="533400"/>
          </a:xfrm>
        </p:spPr>
        <p:txBody>
          <a:bodyPr>
            <a:normAutofit/>
          </a:bodyPr>
          <a:p>
            <a:r>
              <a:rPr lang="zh-CN" altLang="en-US" b="0"/>
              <a:t>汇报人: 王欣然</a:t>
            </a:r>
            <a:endParaRPr lang="zh-CN" altLang="en-US" b="0"/>
          </a:p>
        </p:txBody>
      </p:sp>
    </p:spTree>
    <p:custDataLst>
      <p:tags r:id="rId4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副标题 1"/>
          <p:cNvSpPr>
            <a:spLocks noGrp="1"/>
          </p:cNvSpPr>
          <p:nvPr>
            <p:ph type="subTitle" idx="16386"/>
            <p:custDataLst>
              <p:tags r:id="rId1"/>
            </p:custDataLst>
          </p:nvPr>
        </p:nvSpPr>
        <p:spPr/>
        <p:txBody>
          <a:bodyPr/>
          <a:p>
            <a:pPr algn="ctr">
              <a:lnSpc>
                <a:spcPct val="125000"/>
              </a:lnSpc>
            </a:pPr>
            <a:r>
              <a:rPr lang="zh-CN" altLang="en-US"/>
              <a:t>CONTENTS</a:t>
            </a:r>
            <a:endParaRPr lang="zh-CN" altLang="en-US"/>
          </a:p>
        </p:txBody>
      </p:sp>
      <p:sp>
        <p:nvSpPr>
          <p:cNvPr id="3" name="标题 2"/>
          <p:cNvSpPr>
            <a:spLocks noGrp="1"/>
          </p:cNvSpPr>
          <p:nvPr>
            <p:ph type="ctrTitle" idx="16385"/>
            <p:custDataLst>
              <p:tags r:id="rId2"/>
            </p:custDataLst>
          </p:nvPr>
        </p:nvSpPr>
        <p:spPr/>
        <p:txBody>
          <a:bodyPr>
            <a:normAutofit fontScale="90000"/>
          </a:bodyPr>
          <a:p>
            <a:pPr algn="ctr">
              <a:lnSpc>
                <a:spcPct val="104000"/>
              </a:lnSpc>
            </a:pPr>
            <a:r>
              <a:rPr lang="zh-CN" altLang="en-US"/>
              <a:t>目录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idx="16388"/>
            <p:custDataLst>
              <p:tags r:id="rId3"/>
            </p:custDataLst>
          </p:nvPr>
        </p:nvSpPr>
        <p:spPr/>
        <p:txBody>
          <a:bodyPr/>
          <a:p>
            <a:pPr algn="ctr">
              <a:lnSpc>
                <a:spcPct val="109000"/>
              </a:lnSpc>
            </a:pPr>
            <a:r>
              <a:rPr lang="en-US" altLang="en-US"/>
              <a:t>01</a:t>
            </a:r>
            <a:endParaRPr lang="en-US" altLang="en-US"/>
          </a:p>
        </p:txBody>
      </p:sp>
      <p:sp>
        <p:nvSpPr>
          <p:cNvPr id="5" name="装饰  1"/>
          <p:cNvSpPr>
            <a:spLocks noGrp="1"/>
          </p:cNvSpPr>
          <p:nvPr>
            <p:ph type="body" idx="16395"/>
            <p:custDataLst>
              <p:tags r:id="rId4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idx="16387"/>
            <p:custDataLst>
              <p:tags r:id="rId5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18000"/>
              </a:lnSpc>
            </a:pPr>
            <a:r>
              <a:rPr lang="zh-CN" altLang="en-US"/>
              <a:t>课题背景与意义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6390"/>
            <p:custDataLst>
              <p:tags r:id="rId6"/>
            </p:custDataLst>
          </p:nvPr>
        </p:nvSpPr>
        <p:spPr/>
        <p:txBody>
          <a:bodyPr/>
          <a:p>
            <a:pPr algn="ctr">
              <a:lnSpc>
                <a:spcPct val="109000"/>
              </a:lnSpc>
            </a:pPr>
            <a:r>
              <a:rPr lang="en-US" altLang="en-US"/>
              <a:t>02</a:t>
            </a:r>
            <a:endParaRPr lang="en-US" altLang="en-US"/>
          </a:p>
        </p:txBody>
      </p:sp>
      <p:sp>
        <p:nvSpPr>
          <p:cNvPr id="8" name="装饰  6"/>
          <p:cNvSpPr>
            <a:spLocks noGrp="1"/>
          </p:cNvSpPr>
          <p:nvPr>
            <p:ph type="body" idx="16396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idx="16389"/>
            <p:custDataLst>
              <p:tags r:id="rId8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18000"/>
              </a:lnSpc>
            </a:pPr>
            <a:r>
              <a:rPr lang="zh-CN" altLang="en-US"/>
              <a:t>国内外研究现状与发展趋势</a:t>
            </a:r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idx="16392"/>
            <p:custDataLst>
              <p:tags r:id="rId9"/>
            </p:custDataLst>
          </p:nvPr>
        </p:nvSpPr>
        <p:spPr/>
        <p:txBody>
          <a:bodyPr/>
          <a:p>
            <a:pPr algn="ctr">
              <a:lnSpc>
                <a:spcPct val="109000"/>
              </a:lnSpc>
            </a:pPr>
            <a:r>
              <a:rPr lang="en-US" altLang="en-US"/>
              <a:t>03</a:t>
            </a:r>
            <a:endParaRPr lang="en-US" altLang="en-US"/>
          </a:p>
        </p:txBody>
      </p:sp>
      <p:sp>
        <p:nvSpPr>
          <p:cNvPr id="11" name="装饰  9"/>
          <p:cNvSpPr>
            <a:spLocks noGrp="1"/>
          </p:cNvSpPr>
          <p:nvPr>
            <p:ph type="body" idx="16397"/>
            <p:custDataLst>
              <p:tags r:id="rId10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2" name="文本占位符 11"/>
          <p:cNvSpPr>
            <a:spLocks noGrp="1"/>
          </p:cNvSpPr>
          <p:nvPr>
            <p:ph type="body" idx="16391"/>
            <p:custDataLst>
              <p:tags r:id="rId11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18000"/>
              </a:lnSpc>
            </a:pPr>
            <a:r>
              <a:rPr lang="zh-CN" altLang="en-US"/>
              <a:t>工艺路线选择与论证</a:t>
            </a:r>
            <a:endParaRPr lang="zh-CN" altLang="en-US"/>
          </a:p>
        </p:txBody>
      </p:sp>
      <p:sp>
        <p:nvSpPr>
          <p:cNvPr id="13" name="文本占位符 12"/>
          <p:cNvSpPr>
            <a:spLocks noGrp="1"/>
          </p:cNvSpPr>
          <p:nvPr>
            <p:ph type="body" idx="16394"/>
            <p:custDataLst>
              <p:tags r:id="rId12"/>
            </p:custDataLst>
          </p:nvPr>
        </p:nvSpPr>
        <p:spPr/>
        <p:txBody>
          <a:bodyPr/>
          <a:p>
            <a:pPr algn="ctr">
              <a:lnSpc>
                <a:spcPct val="109000"/>
              </a:lnSpc>
            </a:pPr>
            <a:r>
              <a:rPr lang="en-US" altLang="en-US"/>
              <a:t>04</a:t>
            </a:r>
            <a:endParaRPr lang="en-US" altLang="en-US"/>
          </a:p>
        </p:txBody>
      </p:sp>
      <p:sp>
        <p:nvSpPr>
          <p:cNvPr id="14" name="装饰  2"/>
          <p:cNvSpPr>
            <a:spLocks noGrp="1"/>
          </p:cNvSpPr>
          <p:nvPr>
            <p:ph type="body" idx="16398"/>
            <p:custDataLst>
              <p:tags r:id="rId13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5" name="文本占位符 14"/>
          <p:cNvSpPr>
            <a:spLocks noGrp="1"/>
          </p:cNvSpPr>
          <p:nvPr>
            <p:ph type="body" idx="16393"/>
            <p:custDataLst>
              <p:tags r:id="rId14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18000"/>
              </a:lnSpc>
            </a:pPr>
            <a:r>
              <a:rPr lang="zh-CN" altLang="en-US"/>
              <a:t>主体设备计算与选型</a:t>
            </a:r>
            <a:endParaRPr lang="zh-CN" altLang="en-US"/>
          </a:p>
        </p:txBody>
      </p:sp>
    </p:spTree>
    <p:custDataLst>
      <p:tags r:id="rId15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5"/>
          <p:cNvSpPr>
            <a:spLocks noGrp="1"/>
          </p:cNvSpPr>
          <p:nvPr>
            <p:ph type="title" idx="16385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课题背景与意义</a:t>
            </a:r>
            <a:endParaRPr lang="zh-CN" altLang="en-US"/>
          </a:p>
        </p:txBody>
      </p:sp>
      <p:sp>
        <p:nvSpPr>
          <p:cNvPr id="3" name="文本占位符 7"/>
          <p:cNvSpPr>
            <a:spLocks noGrp="1"/>
          </p:cNvSpPr>
          <p:nvPr>
            <p:ph type="body" idx="16386"/>
            <p:custDataLst>
              <p:tags r:id="rId2"/>
            </p:custDataLst>
          </p:nvPr>
        </p:nvSpPr>
        <p:spPr/>
        <p:txBody>
          <a:bodyPr/>
          <a:p>
            <a:r>
              <a:rPr lang="en-US" altLang="en-US"/>
              <a:t>01</a:t>
            </a:r>
            <a:endParaRPr lang="en-US" altLang="en-US"/>
          </a:p>
        </p:txBody>
      </p:sp>
    </p:spTree>
    <p:custDataLst>
      <p:tags r:id="rId3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zh-CN" altLang="en-US"/>
              <a:t>全球CO₂排放现状及影响</a:t>
            </a:r>
            <a:endParaRPr lang="zh-CN" altLang="en-US"/>
          </a:p>
        </p:txBody>
      </p:sp>
      <p:pic>
        <p:nvPicPr>
          <p:cNvPr id="3" name="内容占位符 2" descr="598cdbeb-21c0-11f1-889b-d2f6647a8709"/>
          <p:cNvPicPr>
            <a:picLocks noChangeAspect="1"/>
          </p:cNvPicPr>
          <p:nvPr>
            <p:ph idx="16390"/>
            <p:custDataLst>
              <p:tags r:id="rId2"/>
            </p:custDataLst>
          </p:nvPr>
        </p:nvPicPr>
        <p:blipFill>
          <a:blip r:embed="rId3"/>
          <a:srcRect t="1263" b="1263"/>
          <a:stretch>
            <a:fillRect/>
          </a:stretch>
        </p:blipFill>
        <p:spPr>
          <a:xfrm>
            <a:off x="609600" y="2794000"/>
            <a:ext cx="10972800" cy="3454400"/>
          </a:xfrm>
          <a:custGeom>
            <a:avLst/>
            <a:gdLst>
              <a:gd name="connisteX0" fmla="*/ 0 w 10972800"/>
              <a:gd name="connsiteY0" fmla="*/ 203200 h 3454400"/>
              <a:gd name="connisteX1" fmla="*/ 203200 w 10972800"/>
              <a:gd name="connsiteY1" fmla="*/ 0 h 3454400"/>
              <a:gd name="connisteX2" fmla="*/ 10769600 w 10972800"/>
              <a:gd name="connsiteY2" fmla="*/ 0 h 3454400"/>
              <a:gd name="connisteX3" fmla="*/ 10972800 w 10972800"/>
              <a:gd name="connsiteY3" fmla="*/ 203200 h 3454400"/>
              <a:gd name="connisteX4" fmla="*/ 10972800 w 10972800"/>
              <a:gd name="connsiteY4" fmla="*/ 3251200 h 3454400"/>
              <a:gd name="connisteX5" fmla="*/ 10769600 w 10972800"/>
              <a:gd name="connsiteY5" fmla="*/ 3454400 h 3454400"/>
              <a:gd name="connisteX6" fmla="*/ 203200 w 10972800"/>
              <a:gd name="connsiteY6" fmla="*/ 3454400 h 3454400"/>
              <a:gd name="connisteX7" fmla="*/ 0 w 10972800"/>
              <a:gd name="connsiteY7" fmla="*/ 3251200 h 3454400"/>
              <a:gd name="connisteX8" fmla="*/ 0 w 10972800"/>
              <a:gd name="connsiteY8" fmla="*/ 203200 h 345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0972800" h="345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3251200"/>
                </a:lnTo>
                <a:cubicBezTo>
                  <a:pt x="10972800" y="3363424"/>
                  <a:pt x="10881824" y="3454400"/>
                  <a:pt x="10769600" y="3454400"/>
                </a:cubicBezTo>
                <a:lnTo>
                  <a:pt x="203200" y="3454400"/>
                </a:lnTo>
                <a:cubicBezTo>
                  <a:pt x="90976" y="3454400"/>
                  <a:pt x="0" y="3363424"/>
                  <a:pt x="0" y="3251200"/>
                </a:cubicBezTo>
                <a:lnTo>
                  <a:pt x="0" y="203200"/>
                </a:lnTo>
                <a:close/>
              </a:path>
            </a:pathLst>
          </a:custGeom>
        </p:spPr>
      </p:pic>
      <p:sp>
        <p:nvSpPr>
          <p:cNvPr id="4" name="装饰  0"/>
          <p:cNvSpPr>
            <a:spLocks noGrp="1"/>
          </p:cNvSpPr>
          <p:nvPr>
            <p:ph type="body" idx="16391"/>
            <p:custDataLst>
              <p:tags r:id="rId4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idx="16386"/>
            <p:custDataLst>
              <p:tags r:id="rId5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zh-CN" altLang="en-US"/>
              <a:t>全球CO₂排放趋势</a:t>
            </a:r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idx="16387"/>
            <p:custDataLst>
              <p:tags r:id="rId6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25000"/>
              </a:lnSpc>
            </a:pPr>
            <a:r>
              <a:rPr lang="zh-CN" altLang="en-US"/>
              <a:t>随着全球工业化进程持续加快，CO₂作为主要温室气体排放量不断攀升，对全球气候变化和生态系统造成深远影响。</a:t>
            </a:r>
            <a:endParaRPr lang="zh-CN" altLang="en-US"/>
          </a:p>
        </p:txBody>
      </p:sp>
      <p:sp>
        <p:nvSpPr>
          <p:cNvPr id="7" name="装饰  4"/>
          <p:cNvSpPr>
            <a:spLocks noGrp="1"/>
          </p:cNvSpPr>
          <p:nvPr>
            <p:ph type="body" idx="16392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idx="16388"/>
            <p:custDataLst>
              <p:tags r:id="rId8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zh-CN" altLang="en-US"/>
              <a:t>温室效应的严重性</a:t>
            </a:r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idx="16389"/>
            <p:custDataLst>
              <p:tags r:id="rId9"/>
            </p:custDataLst>
          </p:nvPr>
        </p:nvSpPr>
        <p:spPr/>
        <p:txBody>
          <a:bodyPr>
            <a:normAutofit lnSpcReduction="10000"/>
          </a:bodyPr>
          <a:p>
            <a:pPr algn="l">
              <a:lnSpc>
                <a:spcPct val="125000"/>
              </a:lnSpc>
            </a:pPr>
            <a:r>
              <a:rPr lang="zh-CN" altLang="en-US"/>
              <a:t>过量CO₂排放导致温室效应加剧，引发冰川融化、海平面上升、极端天气等一系列环境问题，严重威胁人类生存与发展。</a:t>
            </a:r>
            <a:endParaRPr lang="zh-CN" altLang="en-US"/>
          </a:p>
        </p:txBody>
      </p:sp>
    </p:spTree>
    <p:custDataLst>
      <p:tags r:id="rId10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zh-CN" altLang="en-US"/>
              <a:t>CO₂回收的必要性与“双碳”目标</a:t>
            </a:r>
            <a:endParaRPr lang="zh-CN" altLang="en-US"/>
          </a:p>
        </p:txBody>
      </p:sp>
      <p:pic>
        <p:nvPicPr>
          <p:cNvPr id="3" name="图片占位符 2" descr="5d3ad258-21c0-11f1-be4f-829f22895a5b"/>
          <p:cNvPicPr>
            <a:picLocks noChangeAspect="1"/>
          </p:cNvPicPr>
          <p:nvPr>
            <p:ph type="pic" idx="16392"/>
            <p:custDataLst>
              <p:tags r:id="rId2"/>
            </p:custDataLst>
          </p:nvPr>
        </p:nvPicPr>
        <p:blipFill>
          <a:blip r:embed="rId3"/>
          <a:srcRect/>
          <a:stretch>
            <a:fillRect/>
          </a:stretch>
        </p:blipFill>
        <p:spPr>
          <a:xfrm>
            <a:off x="609600" y="1600200"/>
            <a:ext cx="1219200" cy="1219200"/>
          </a:xfrm>
          <a:custGeom>
            <a:avLst/>
            <a:gdLst>
              <a:gd name="connisteX0" fmla="*/ 0 w 1219200"/>
              <a:gd name="connsiteY0" fmla="*/ 609600 h 1219200"/>
              <a:gd name="connisteX1" fmla="*/ 609600 w 1219200"/>
              <a:gd name="connsiteY1" fmla="*/ 0 h 1219200"/>
              <a:gd name="connisteX2" fmla="*/ 609600 w 1219200"/>
              <a:gd name="connsiteY2" fmla="*/ 0 h 1219200"/>
              <a:gd name="connisteX3" fmla="*/ 1219200 w 1219200"/>
              <a:gd name="connsiteY3" fmla="*/ 609600 h 1219200"/>
              <a:gd name="connisteX4" fmla="*/ 1219200 w 1219200"/>
              <a:gd name="connsiteY4" fmla="*/ 609600 h 1219200"/>
              <a:gd name="connisteX5" fmla="*/ 609600 w 1219200"/>
              <a:gd name="connsiteY5" fmla="*/ 1219200 h 1219200"/>
              <a:gd name="connisteX6" fmla="*/ 609600 w 1219200"/>
              <a:gd name="connsiteY6" fmla="*/ 1219200 h 1219200"/>
              <a:gd name="connisteX7" fmla="*/ 0 w 1219200"/>
              <a:gd name="connsiteY7" fmla="*/ 609600 h 1219200"/>
              <a:gd name="connisteX8" fmla="*/ 0 w 1219200"/>
              <a:gd name="connsiteY8" fmla="*/ 609600 h 1219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219200" h="1219200">
                <a:moveTo>
                  <a:pt x="0" y="609600"/>
                </a:moveTo>
                <a:cubicBezTo>
                  <a:pt x="0" y="272927"/>
                  <a:pt x="272927" y="0"/>
                  <a:pt x="609600" y="0"/>
                </a:cubicBezTo>
                <a:lnTo>
                  <a:pt x="609600" y="0"/>
                </a:lnTo>
                <a:cubicBezTo>
                  <a:pt x="946273" y="0"/>
                  <a:pt x="1219200" y="272927"/>
                  <a:pt x="1219200" y="609600"/>
                </a:cubicBezTo>
                <a:lnTo>
                  <a:pt x="1219200" y="609600"/>
                </a:lnTo>
                <a:cubicBezTo>
                  <a:pt x="1219200" y="946273"/>
                  <a:pt x="946273" y="1219200"/>
                  <a:pt x="609600" y="1219200"/>
                </a:cubicBezTo>
                <a:lnTo>
                  <a:pt x="609600" y="1219200"/>
                </a:lnTo>
                <a:cubicBezTo>
                  <a:pt x="272927" y="1219200"/>
                  <a:pt x="0" y="946273"/>
                  <a:pt x="0" y="609600"/>
                </a:cubicBezTo>
                <a:lnTo>
                  <a:pt x="0" y="609600"/>
                </a:lnTo>
                <a:close/>
              </a:path>
            </a:pathLst>
          </a:custGeom>
        </p:spPr>
      </p:pic>
      <p:sp>
        <p:nvSpPr>
          <p:cNvPr id="4" name="文本占位符 3"/>
          <p:cNvSpPr>
            <a:spLocks noGrp="1"/>
          </p:cNvSpPr>
          <p:nvPr>
            <p:ph type="body" idx="16386"/>
            <p:custDataLst>
              <p:tags r:id="rId4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zh-CN" altLang="en-US"/>
              <a:t>我国“十四五”战略方向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idx="16387"/>
            <p:custDataLst>
              <p:tags r:id="rId5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25000"/>
              </a:lnSpc>
            </a:pPr>
            <a:r>
              <a:rPr lang="zh-CN" altLang="en-US"/>
              <a:t>“十四五”时期，我国生态文明建设进入以降碳为重点的战略方向，开发CO₂减排技术是实现“双碳”目标的关键举措。</a:t>
            </a:r>
            <a:endParaRPr lang="zh-CN" altLang="en-US"/>
          </a:p>
        </p:txBody>
      </p:sp>
      <p:pic>
        <p:nvPicPr>
          <p:cNvPr id="6" name="图片占位符 5" descr="5d3ad41a-21c0-11f1-be4f-829f22895a5b"/>
          <p:cNvPicPr>
            <a:picLocks noChangeAspect="1"/>
          </p:cNvPicPr>
          <p:nvPr>
            <p:ph type="pic" idx="16393"/>
            <p:custDataLst>
              <p:tags r:id="rId6"/>
            </p:custDataLst>
          </p:nvPr>
        </p:nvPicPr>
        <p:blipFill>
          <a:blip r:embed="rId7"/>
          <a:srcRect/>
          <a:stretch>
            <a:fillRect/>
          </a:stretch>
        </p:blipFill>
        <p:spPr>
          <a:xfrm>
            <a:off x="609600" y="3276600"/>
            <a:ext cx="1219200" cy="1219200"/>
          </a:xfrm>
          <a:custGeom>
            <a:avLst/>
            <a:gdLst>
              <a:gd name="connisteX0" fmla="*/ 0 w 1219200"/>
              <a:gd name="connsiteY0" fmla="*/ 609600 h 1219200"/>
              <a:gd name="connisteX1" fmla="*/ 609600 w 1219200"/>
              <a:gd name="connsiteY1" fmla="*/ 0 h 1219200"/>
              <a:gd name="connisteX2" fmla="*/ 609600 w 1219200"/>
              <a:gd name="connsiteY2" fmla="*/ 0 h 1219200"/>
              <a:gd name="connisteX3" fmla="*/ 1219200 w 1219200"/>
              <a:gd name="connsiteY3" fmla="*/ 609600 h 1219200"/>
              <a:gd name="connisteX4" fmla="*/ 1219200 w 1219200"/>
              <a:gd name="connsiteY4" fmla="*/ 609600 h 1219200"/>
              <a:gd name="connisteX5" fmla="*/ 609600 w 1219200"/>
              <a:gd name="connsiteY5" fmla="*/ 1219200 h 1219200"/>
              <a:gd name="connisteX6" fmla="*/ 609600 w 1219200"/>
              <a:gd name="connsiteY6" fmla="*/ 1219200 h 1219200"/>
              <a:gd name="connisteX7" fmla="*/ 0 w 1219200"/>
              <a:gd name="connsiteY7" fmla="*/ 609600 h 1219200"/>
              <a:gd name="connisteX8" fmla="*/ 0 w 1219200"/>
              <a:gd name="connsiteY8" fmla="*/ 609600 h 1219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219200" h="1219200">
                <a:moveTo>
                  <a:pt x="0" y="609600"/>
                </a:moveTo>
                <a:cubicBezTo>
                  <a:pt x="0" y="272927"/>
                  <a:pt x="272927" y="0"/>
                  <a:pt x="609600" y="0"/>
                </a:cubicBezTo>
                <a:lnTo>
                  <a:pt x="609600" y="0"/>
                </a:lnTo>
                <a:cubicBezTo>
                  <a:pt x="946273" y="0"/>
                  <a:pt x="1219200" y="272927"/>
                  <a:pt x="1219200" y="609600"/>
                </a:cubicBezTo>
                <a:lnTo>
                  <a:pt x="1219200" y="609600"/>
                </a:lnTo>
                <a:cubicBezTo>
                  <a:pt x="1219200" y="946273"/>
                  <a:pt x="946273" y="1219200"/>
                  <a:pt x="609600" y="1219200"/>
                </a:cubicBezTo>
                <a:lnTo>
                  <a:pt x="609600" y="1219200"/>
                </a:lnTo>
                <a:cubicBezTo>
                  <a:pt x="272927" y="1219200"/>
                  <a:pt x="0" y="946273"/>
                  <a:pt x="0" y="609600"/>
                </a:cubicBezTo>
                <a:lnTo>
                  <a:pt x="0" y="609600"/>
                </a:lnTo>
                <a:close/>
              </a:path>
            </a:pathLst>
          </a:custGeom>
        </p:spPr>
      </p:pic>
      <p:sp>
        <p:nvSpPr>
          <p:cNvPr id="7" name="文本占位符 6"/>
          <p:cNvSpPr>
            <a:spLocks noGrp="1"/>
          </p:cNvSpPr>
          <p:nvPr>
            <p:ph type="body" idx="16388"/>
            <p:custDataLst>
              <p:tags r:id="rId8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zh-CN" altLang="en-US"/>
              <a:t>工业烟气CO₂排放特点</a:t>
            </a:r>
            <a:endParaRPr lang="zh-CN" alt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idx="16389"/>
            <p:custDataLst>
              <p:tags r:id="rId9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25000"/>
              </a:lnSpc>
            </a:pPr>
            <a:r>
              <a:rPr lang="zh-CN" altLang="en-US"/>
              <a:t>工业烟气是CO₂主要排放源，钢铁、化工、电力等行业生产过程消耗大量能源且排放高浓度CO₂，如钢铁行业烧结工序能耗占总能耗10%以上，回收潜力巨大。</a:t>
            </a:r>
            <a:endParaRPr lang="zh-CN" altLang="en-US"/>
          </a:p>
        </p:txBody>
      </p:sp>
      <p:pic>
        <p:nvPicPr>
          <p:cNvPr id="9" name="图片占位符 8" descr="5d3ad3ad-21c0-11f1-be4f-829f22895a5b"/>
          <p:cNvPicPr>
            <a:picLocks noChangeAspect="1"/>
          </p:cNvPicPr>
          <p:nvPr>
            <p:ph type="pic" idx="16394"/>
            <p:custDataLst>
              <p:tags r:id="rId10"/>
            </p:custDataLst>
          </p:nvPr>
        </p:nvPicPr>
        <p:blipFill>
          <a:blip r:embed="rId11"/>
          <a:srcRect/>
          <a:stretch>
            <a:fillRect/>
          </a:stretch>
        </p:blipFill>
        <p:spPr>
          <a:xfrm>
            <a:off x="609600" y="4953000"/>
            <a:ext cx="1219200" cy="1219200"/>
          </a:xfrm>
          <a:custGeom>
            <a:avLst/>
            <a:gdLst>
              <a:gd name="connisteX0" fmla="*/ 0 w 1219200"/>
              <a:gd name="connsiteY0" fmla="*/ 609600 h 1219200"/>
              <a:gd name="connisteX1" fmla="*/ 609600 w 1219200"/>
              <a:gd name="connsiteY1" fmla="*/ 0 h 1219200"/>
              <a:gd name="connisteX2" fmla="*/ 609600 w 1219200"/>
              <a:gd name="connsiteY2" fmla="*/ 0 h 1219200"/>
              <a:gd name="connisteX3" fmla="*/ 1219200 w 1219200"/>
              <a:gd name="connsiteY3" fmla="*/ 609600 h 1219200"/>
              <a:gd name="connisteX4" fmla="*/ 1219200 w 1219200"/>
              <a:gd name="connsiteY4" fmla="*/ 609600 h 1219200"/>
              <a:gd name="connisteX5" fmla="*/ 609600 w 1219200"/>
              <a:gd name="connsiteY5" fmla="*/ 1219200 h 1219200"/>
              <a:gd name="connisteX6" fmla="*/ 609600 w 1219200"/>
              <a:gd name="connsiteY6" fmla="*/ 1219200 h 1219200"/>
              <a:gd name="connisteX7" fmla="*/ 0 w 1219200"/>
              <a:gd name="connsiteY7" fmla="*/ 609600 h 1219200"/>
              <a:gd name="connisteX8" fmla="*/ 0 w 1219200"/>
              <a:gd name="connsiteY8" fmla="*/ 609600 h 1219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219200" h="1219200">
                <a:moveTo>
                  <a:pt x="0" y="609600"/>
                </a:moveTo>
                <a:cubicBezTo>
                  <a:pt x="0" y="272927"/>
                  <a:pt x="272927" y="0"/>
                  <a:pt x="609600" y="0"/>
                </a:cubicBezTo>
                <a:lnTo>
                  <a:pt x="609600" y="0"/>
                </a:lnTo>
                <a:cubicBezTo>
                  <a:pt x="946273" y="0"/>
                  <a:pt x="1219200" y="272927"/>
                  <a:pt x="1219200" y="609600"/>
                </a:cubicBezTo>
                <a:lnTo>
                  <a:pt x="1219200" y="609600"/>
                </a:lnTo>
                <a:cubicBezTo>
                  <a:pt x="1219200" y="946273"/>
                  <a:pt x="946273" y="1219200"/>
                  <a:pt x="609600" y="1219200"/>
                </a:cubicBezTo>
                <a:lnTo>
                  <a:pt x="609600" y="1219200"/>
                </a:lnTo>
                <a:cubicBezTo>
                  <a:pt x="272927" y="1219200"/>
                  <a:pt x="0" y="946273"/>
                  <a:pt x="0" y="609600"/>
                </a:cubicBezTo>
                <a:lnTo>
                  <a:pt x="0" y="609600"/>
                </a:lnTo>
                <a:close/>
              </a:path>
            </a:pathLst>
          </a:custGeom>
        </p:spPr>
      </p:pic>
      <p:sp>
        <p:nvSpPr>
          <p:cNvPr id="10" name="文本占位符 9"/>
          <p:cNvSpPr>
            <a:spLocks noGrp="1"/>
          </p:cNvSpPr>
          <p:nvPr>
            <p:ph type="body" idx="16390"/>
            <p:custDataLst>
              <p:tags r:id="rId12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zh-CN" altLang="en-US"/>
              <a:t>CO₂回收的紧迫性</a:t>
            </a:r>
            <a:endParaRPr lang="zh-CN" altLang="en-US"/>
          </a:p>
        </p:txBody>
      </p:sp>
      <p:sp>
        <p:nvSpPr>
          <p:cNvPr id="11" name="文本占位符 10"/>
          <p:cNvSpPr>
            <a:spLocks noGrp="1"/>
          </p:cNvSpPr>
          <p:nvPr>
            <p:ph type="body" idx="16391"/>
            <p:custDataLst>
              <p:tags r:id="rId13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25000"/>
              </a:lnSpc>
            </a:pPr>
            <a:r>
              <a:rPr lang="zh-CN" altLang="en-US"/>
              <a:t>面对日益严峻的环境形势和“双碳”目标要求，工业烟气CO₂回收具有重要现实意义，是推动绿色低碳发展的必然选择。</a:t>
            </a:r>
            <a:endParaRPr lang="zh-CN" altLang="en-US"/>
          </a:p>
        </p:txBody>
      </p:sp>
    </p:spTree>
    <p:custDataLst>
      <p:tags r:id="rId14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zh-CN" altLang="en-US"/>
              <a:t>本课题研究目的与价值</a:t>
            </a:r>
            <a:endParaRPr lang="zh-CN" altLang="en-US"/>
          </a:p>
        </p:txBody>
      </p:sp>
      <p:pic>
        <p:nvPicPr>
          <p:cNvPr id="3" name="内容占位符 2" descr="59a1687c-21c0-11f1-be6e-2ec237e8548a"/>
          <p:cNvPicPr>
            <a:picLocks noChangeAspect="1"/>
          </p:cNvPicPr>
          <p:nvPr>
            <p:ph idx="16392"/>
            <p:custDataLst>
              <p:tags r:id="rId2"/>
            </p:custDataLst>
          </p:nvPr>
        </p:nvPicPr>
        <p:blipFill>
          <a:blip r:embed="rId3"/>
          <a:srcRect l="194" r="194"/>
          <a:stretch>
            <a:fillRect/>
          </a:stretch>
        </p:blipFill>
        <p:spPr>
          <a:xfrm>
            <a:off x="609600" y="1524000"/>
            <a:ext cx="10972800" cy="1879600"/>
          </a:xfrm>
          <a:custGeom>
            <a:avLst/>
            <a:gdLst>
              <a:gd name="connisteX0" fmla="*/ 0 w 10972800"/>
              <a:gd name="connsiteY0" fmla="*/ 203200 h 1879600"/>
              <a:gd name="connisteX1" fmla="*/ 203200 w 10972800"/>
              <a:gd name="connsiteY1" fmla="*/ 0 h 1879600"/>
              <a:gd name="connisteX2" fmla="*/ 10769600 w 10972800"/>
              <a:gd name="connsiteY2" fmla="*/ 0 h 1879600"/>
              <a:gd name="connisteX3" fmla="*/ 10972800 w 10972800"/>
              <a:gd name="connsiteY3" fmla="*/ 203200 h 1879600"/>
              <a:gd name="connisteX4" fmla="*/ 10972800 w 10972800"/>
              <a:gd name="connsiteY4" fmla="*/ 1676400 h 1879600"/>
              <a:gd name="connisteX5" fmla="*/ 10769600 w 10972800"/>
              <a:gd name="connsiteY5" fmla="*/ 1879600 h 1879600"/>
              <a:gd name="connisteX6" fmla="*/ 203200 w 10972800"/>
              <a:gd name="connsiteY6" fmla="*/ 1879600 h 1879600"/>
              <a:gd name="connisteX7" fmla="*/ 0 w 10972800"/>
              <a:gd name="connsiteY7" fmla="*/ 1676400 h 1879600"/>
              <a:gd name="connisteX8" fmla="*/ 0 w 10972800"/>
              <a:gd name="connsiteY8" fmla="*/ 203200 h 1879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0972800" h="18796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1676400"/>
                </a:lnTo>
                <a:cubicBezTo>
                  <a:pt x="10972800" y="1788624"/>
                  <a:pt x="10881824" y="1879600"/>
                  <a:pt x="10769600" y="1879600"/>
                </a:cubicBezTo>
                <a:lnTo>
                  <a:pt x="203200" y="1879600"/>
                </a:lnTo>
                <a:cubicBezTo>
                  <a:pt x="90976" y="1879600"/>
                  <a:pt x="0" y="1788624"/>
                  <a:pt x="0" y="1676400"/>
                </a:cubicBezTo>
                <a:lnTo>
                  <a:pt x="0" y="203200"/>
                </a:lnTo>
                <a:close/>
              </a:path>
            </a:pathLst>
          </a:custGeom>
        </p:spPr>
      </p:pic>
      <p:sp>
        <p:nvSpPr>
          <p:cNvPr id="4" name="文本占位符 3"/>
          <p:cNvSpPr>
            <a:spLocks noGrp="1"/>
          </p:cNvSpPr>
          <p:nvPr>
            <p:ph type="body" idx="16386"/>
            <p:custDataLst>
              <p:tags r:id="rId4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zh-CN" altLang="en-US"/>
              <a:t>研究目的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idx="16387"/>
            <p:custDataLst>
              <p:tags r:id="rId5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25000"/>
              </a:lnSpc>
            </a:pPr>
            <a:r>
              <a:rPr lang="zh-CN" altLang="en-US"/>
              <a:t>本课题针对年处理20万吨规模的CO₂回收工艺精制工段开展初步设计，旨在为工业级CO₂资源化利用提供可行的技术方案。</a:t>
            </a:r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idx="16388"/>
            <p:custDataLst>
              <p:tags r:id="rId6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zh-CN" altLang="en-US"/>
              <a:t>理论价值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6389"/>
            <p:custDataLst>
              <p:tags r:id="rId7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25000"/>
              </a:lnSpc>
            </a:pPr>
            <a:r>
              <a:rPr lang="zh-CN" altLang="en-US"/>
              <a:t>CO₂的捕集、利用与封存涉及多学科交叉，本研究可丰富相关理论，为解决传统理论框架面临的挑战提供新的技术视角和解决方案。</a:t>
            </a:r>
            <a:endParaRPr lang="zh-CN" alt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idx="16390"/>
            <p:custDataLst>
              <p:tags r:id="rId8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zh-CN" altLang="en-US"/>
              <a:t>现实价值</a:t>
            </a:r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idx="16391"/>
            <p:custDataLst>
              <p:tags r:id="rId9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25000"/>
              </a:lnSpc>
            </a:pPr>
            <a:r>
              <a:rPr lang="zh-CN" altLang="en-US"/>
              <a:t>研究成果能为工业CO₂回收提供技术支持，助力企业降低碳排放，响应国家环保政策，推动产业可持续发展，具有重要的现实应用价值。</a:t>
            </a:r>
            <a:endParaRPr lang="zh-CN" altLang="en-US"/>
          </a:p>
        </p:txBody>
      </p:sp>
    </p:spTree>
    <p:custDataLst>
      <p:tags r:id="rId10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609600" y="414020"/>
            <a:ext cx="10972800" cy="576580"/>
          </a:xfrm>
        </p:spPr>
        <p:txBody>
          <a:bodyPr>
            <a:normAutofit fontScale="90000"/>
          </a:bodyPr>
          <a:p>
            <a:r>
              <a:rPr lang="en-US" altLang="zh-CN"/>
              <a:t>CO</a:t>
            </a:r>
            <a:r>
              <a:rPr lang="en-US" altLang="zh-CN" baseline="-25000"/>
              <a:t>2</a:t>
            </a:r>
            <a:r>
              <a:rPr lang="zh-CN" altLang="en-US"/>
              <a:t>的核心应用</a:t>
            </a:r>
            <a:endParaRPr lang="zh-CN" altLang="en-US" baseline="-25000"/>
          </a:p>
        </p:txBody>
      </p:sp>
      <p:pic>
        <p:nvPicPr>
          <p:cNvPr id="12" name="内容占位符 11" descr="1dee82a81cc31ac87b8477059bb9550c"/>
          <p:cNvPicPr>
            <a:picLocks noChangeAspect="1"/>
          </p:cNvPicPr>
          <p:nvPr>
            <p:ph idx="16392"/>
            <p:custDataLst>
              <p:tags r:id="rId2"/>
            </p:custDataLst>
          </p:nvPr>
        </p:nvPicPr>
        <p:blipFill>
          <a:blip r:embed="rId3"/>
          <a:srcRect l="1861" r="1861"/>
          <a:stretch>
            <a:fillRect/>
          </a:stretch>
        </p:blipFill>
        <p:spPr>
          <a:xfrm>
            <a:off x="762635" y="1001395"/>
            <a:ext cx="10580370" cy="3256915"/>
          </a:xfrm>
          <a:prstGeom prst="rect">
            <a:avLst/>
          </a:prstGeom>
        </p:spPr>
      </p:pic>
      <p:sp>
        <p:nvSpPr>
          <p:cNvPr id="4" name="文本占位符 3"/>
          <p:cNvSpPr>
            <a:spLocks noGrp="1"/>
          </p:cNvSpPr>
          <p:nvPr>
            <p:ph type="body" idx="16386"/>
            <p:custDataLst>
              <p:tags r:id="rId4"/>
            </p:custDataLst>
          </p:nvPr>
        </p:nvSpPr>
        <p:spPr>
          <a:xfrm rot="20820000">
            <a:off x="120650" y="1361440"/>
            <a:ext cx="76200" cy="113030"/>
          </a:xfrm>
          <a:solidFill>
            <a:schemeClr val="bg1"/>
          </a:solidFill>
        </p:spPr>
        <p:txBody>
          <a:bodyPr>
            <a:normAutofit fontScale="25000"/>
          </a:bodyPr>
          <a:p>
            <a:r>
              <a:rPr lang="en-US" altLang="zh-CN"/>
              <a:t>   </a:t>
            </a:r>
            <a:endParaRPr lang="en-US" altLang="zh-CN"/>
          </a:p>
        </p:txBody>
      </p:sp>
      <p:sp>
        <p:nvSpPr>
          <p:cNvPr id="5" name="文本占位符 4"/>
          <p:cNvSpPr>
            <a:spLocks noGrp="1"/>
          </p:cNvSpPr>
          <p:nvPr>
            <p:ph type="body" idx="16387"/>
            <p:custDataLst>
              <p:tags r:id="rId5"/>
            </p:custDataLst>
          </p:nvPr>
        </p:nvSpPr>
        <p:spPr>
          <a:xfrm>
            <a:off x="609600" y="4269105"/>
            <a:ext cx="3251200" cy="1828800"/>
          </a:xfrm>
        </p:spPr>
        <p:txBody>
          <a:bodyPr>
            <a:noAutofit/>
          </a:bodyPr>
          <a:p>
            <a:r>
              <a:rPr lang="zh-CN" altLang="en-US"/>
              <a:t>一、工业与化工应用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作为气体保护焊专用保护气，隔绝空气保障焊接质量；以超临界状态充当绿色萃取溶剂，用于高纯度物质分离；作为碳一化工原料，合成尿素、可降解聚碳酸酯等化工产品；用于油田驱油，提升原油采收率并实现碳封存。</a:t>
            </a:r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idx="16388"/>
            <p:custDataLst>
              <p:tags r:id="rId6"/>
            </p:custDataLst>
          </p:nvPr>
        </p:nvSpPr>
        <p:spPr>
          <a:xfrm>
            <a:off x="10751185" y="763905"/>
            <a:ext cx="198755" cy="76200"/>
          </a:xfrm>
        </p:spPr>
        <p:txBody>
          <a:bodyPr>
            <a:normAutofit fontScale="25000"/>
          </a:bodyPr>
          <a:p>
            <a:r>
              <a:rPr lang="en-US" altLang="zh-CN"/>
              <a:t>       </a:t>
            </a:r>
            <a:endParaRPr lang="en-US" altLang="zh-CN"/>
          </a:p>
        </p:txBody>
      </p:sp>
      <p:sp>
        <p:nvSpPr>
          <p:cNvPr id="7" name="文本占位符 6"/>
          <p:cNvSpPr>
            <a:spLocks noGrp="1"/>
          </p:cNvSpPr>
          <p:nvPr>
            <p:ph type="body" idx="16389"/>
            <p:custDataLst>
              <p:tags r:id="rId7"/>
            </p:custDataLst>
          </p:nvPr>
        </p:nvSpPr>
        <p:spPr>
          <a:xfrm>
            <a:off x="4470400" y="4258310"/>
            <a:ext cx="3251200" cy="1828800"/>
          </a:xfrm>
          <a:noFill/>
        </p:spPr>
        <p:txBody>
          <a:bodyPr vert="horz" lIns="0" tIns="0" rIns="0" bIns="0" rtlCol="0" anchor="t">
            <a:noAutofit/>
          </a:bodyPr>
          <a:p>
            <a:pPr lvl="0" algn="l">
              <a:buClrTx/>
              <a:buSzTx/>
            </a:pPr>
            <a:r>
              <a:rPr lang="zh-CN" altLang="en-US">
                <a:sym typeface="+mn-ea"/>
              </a:rPr>
              <a:t>二、食品医药与农业应用</a:t>
            </a:r>
            <a:endParaRPr lang="zh-CN" altLang="en-US">
              <a:sym typeface="+mn-ea"/>
            </a:endParaRPr>
          </a:p>
          <a:p>
            <a:pPr lvl="0" algn="l">
              <a:buClrTx/>
              <a:buSzTx/>
            </a:pPr>
            <a:endParaRPr lang="zh-CN" altLang="en-US">
              <a:sym typeface="+mn-ea"/>
            </a:endParaRPr>
          </a:p>
          <a:p>
            <a:pPr lvl="0" algn="l">
              <a:buClrTx/>
              <a:buSzTx/>
            </a:pPr>
            <a:r>
              <a:rPr lang="zh-CN" altLang="en-US">
                <a:sym typeface="+mn-ea"/>
              </a:rPr>
              <a:t>食品领域用于碳酸饮料制备、气调保鲜，干冰实现冷链低温储运；医疗上用作腹腔镜手术气腹介质，辅助呼吸治疗与冷冻理疗；农业中作为温室气肥，增强作物光合作用，还可用于粮食仓储杀虫保鲜。</a:t>
            </a:r>
            <a:endParaRPr lang="zh-CN" altLang="en-US">
              <a:sym typeface="+mn-ea"/>
            </a:endParaRPr>
          </a:p>
        </p:txBody>
      </p:sp>
      <p:sp>
        <p:nvSpPr>
          <p:cNvPr id="8" name="文本占位符 7"/>
          <p:cNvSpPr>
            <a:spLocks noGrp="1"/>
          </p:cNvSpPr>
          <p:nvPr>
            <p:ph type="body" idx="16390"/>
            <p:custDataLst>
              <p:tags r:id="rId8"/>
            </p:custDataLst>
          </p:nvPr>
        </p:nvSpPr>
        <p:spPr>
          <a:xfrm>
            <a:off x="9265920" y="311785"/>
            <a:ext cx="110490" cy="102235"/>
          </a:xfrm>
        </p:spPr>
        <p:txBody>
          <a:bodyPr>
            <a:normAutofit fontScale="25000"/>
          </a:bodyPr>
          <a:p>
            <a:r>
              <a:rPr lang="en-US" altLang="zh-CN"/>
              <a:t>  </a:t>
            </a:r>
            <a:endParaRPr lang="en-US" altLang="zh-CN"/>
          </a:p>
        </p:txBody>
      </p:sp>
      <p:sp>
        <p:nvSpPr>
          <p:cNvPr id="9" name="文本占位符 8"/>
          <p:cNvSpPr>
            <a:spLocks noGrp="1"/>
          </p:cNvSpPr>
          <p:nvPr>
            <p:ph type="body" idx="16391"/>
            <p:custDataLst>
              <p:tags r:id="rId9"/>
            </p:custDataLst>
          </p:nvPr>
        </p:nvSpPr>
        <p:spPr>
          <a:xfrm>
            <a:off x="8255000" y="4311015"/>
            <a:ext cx="3251200" cy="1828800"/>
          </a:xfrm>
        </p:spPr>
        <p:txBody>
          <a:bodyPr>
            <a:noAutofit/>
          </a:bodyPr>
          <a:p>
            <a:r>
              <a:rPr lang="zh-CN" altLang="en-US"/>
              <a:t>三、环保消防与特种应用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制作</a:t>
            </a:r>
            <a:r>
              <a:rPr lang="en-US" altLang="zh-CN"/>
              <a:t>CO</a:t>
            </a:r>
            <a:r>
              <a:rPr lang="en-US" altLang="en-US"/>
              <a:t>₂</a:t>
            </a:r>
            <a:r>
              <a:rPr lang="zh-CN" altLang="en-US"/>
              <a:t>灭火器，适用于电器、精密仪器火灾，无残留不导电；参与碳捕集利用（</a:t>
            </a:r>
            <a:r>
              <a:rPr lang="en-US" altLang="zh-CN"/>
              <a:t>CCUS</a:t>
            </a:r>
            <a:r>
              <a:rPr lang="zh-CN" altLang="en-US"/>
              <a:t>），助力碳减排；用于废水</a:t>
            </a:r>
            <a:r>
              <a:rPr lang="en-US" altLang="zh-CN"/>
              <a:t>pH</a:t>
            </a:r>
            <a:r>
              <a:rPr lang="zh-CN" altLang="en-US"/>
              <a:t>调节、人工增雨，还可作为激光介质与科研校准气体。</a:t>
            </a:r>
            <a:endParaRPr lang="zh-CN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5"/>
          <p:cNvSpPr>
            <a:spLocks noGrp="1"/>
          </p:cNvSpPr>
          <p:nvPr>
            <p:ph type="title" idx="16385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国内外研究现状与发展趋势</a:t>
            </a:r>
            <a:endParaRPr lang="zh-CN" altLang="en-US"/>
          </a:p>
        </p:txBody>
      </p:sp>
      <p:sp>
        <p:nvSpPr>
          <p:cNvPr id="3" name="文本占位符 7"/>
          <p:cNvSpPr>
            <a:spLocks noGrp="1"/>
          </p:cNvSpPr>
          <p:nvPr>
            <p:ph type="body" idx="16386"/>
            <p:custDataLst>
              <p:tags r:id="rId2"/>
            </p:custDataLst>
          </p:nvPr>
        </p:nvSpPr>
        <p:spPr/>
        <p:txBody>
          <a:bodyPr/>
          <a:p>
            <a:r>
              <a:rPr lang="en-US" altLang="en-US"/>
              <a:t>02</a:t>
            </a:r>
            <a:endParaRPr lang="en-US" altLang="en-US"/>
          </a:p>
        </p:txBody>
      </p:sp>
    </p:spTree>
    <p:custDataLst>
      <p:tags r:id="rId3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zh-CN" altLang="en-US"/>
              <a:t>国内CO₂回收技术研究进展</a:t>
            </a:r>
            <a:endParaRPr lang="zh-CN" altLang="en-US"/>
          </a:p>
        </p:txBody>
      </p:sp>
      <p:sp>
        <p:nvSpPr>
          <p:cNvPr id="3" name="装饰  9"/>
          <p:cNvSpPr>
            <a:spLocks noGrp="1"/>
          </p:cNvSpPr>
          <p:nvPr>
            <p:ph type="body" idx="16401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idx="16388"/>
            <p:custDataLst>
              <p:tags r:id="rId3"/>
            </p:custDataLst>
          </p:nvPr>
        </p:nvSpPr>
        <p:spPr/>
        <p:txBody>
          <a:bodyPr/>
          <a:p>
            <a:pPr algn="ctr">
              <a:lnSpc>
                <a:spcPct val="109000"/>
              </a:lnSpc>
            </a:pPr>
            <a:r>
              <a:rPr lang="zh-CN" altLang="en-US"/>
              <a:t>01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idx="16386"/>
            <p:custDataLst>
              <p:tags r:id="rId4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zh-CN" altLang="en-US"/>
              <a:t>吸附材料研究</a:t>
            </a:r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idx="16387"/>
            <p:custDataLst>
              <p:tags r:id="rId5"/>
            </p:custDataLst>
          </p:nvPr>
        </p:nvSpPr>
        <p:spPr/>
        <p:txBody>
          <a:bodyPr>
            <a:normAutofit lnSpcReduction="10000"/>
          </a:bodyPr>
          <a:p>
            <a:pPr algn="l">
              <a:lnSpc>
                <a:spcPct val="125000"/>
              </a:lnSpc>
            </a:pPr>
            <a:r>
              <a:rPr lang="zh-CN" altLang="en-US" sz="1100"/>
              <a:t>国内在吸附材料方面，重点研究固体胺吸附材料，通过表面改性可使吸附容量大幅提升[5]。</a:t>
            </a:r>
            <a:endParaRPr lang="zh-CN" altLang="en-US" sz="1100"/>
          </a:p>
        </p:txBody>
      </p:sp>
      <p:sp>
        <p:nvSpPr>
          <p:cNvPr id="7" name="装饰  4"/>
          <p:cNvSpPr>
            <a:spLocks noGrp="1"/>
          </p:cNvSpPr>
          <p:nvPr>
            <p:ph type="body" idx="16402"/>
            <p:custDataLst>
              <p:tags r:id="rId6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idx="16391"/>
            <p:custDataLst>
              <p:tags r:id="rId7"/>
            </p:custDataLst>
          </p:nvPr>
        </p:nvSpPr>
        <p:spPr/>
        <p:txBody>
          <a:bodyPr/>
          <a:p>
            <a:pPr algn="ctr">
              <a:lnSpc>
                <a:spcPct val="109000"/>
              </a:lnSpc>
            </a:pPr>
            <a:r>
              <a:rPr lang="zh-CN" altLang="en-US"/>
              <a:t>02</a:t>
            </a:r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idx="16389"/>
            <p:custDataLst>
              <p:tags r:id="rId8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zh-CN" altLang="en-US"/>
              <a:t>化学吸收法应用</a:t>
            </a:r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idx="16390"/>
            <p:custDataLst>
              <p:tags r:id="rId9"/>
            </p:custDataLst>
          </p:nvPr>
        </p:nvSpPr>
        <p:spPr/>
        <p:txBody>
          <a:bodyPr>
            <a:normAutofit fontScale="70000"/>
          </a:bodyPr>
          <a:p>
            <a:pPr algn="l">
              <a:lnSpc>
                <a:spcPct val="125000"/>
              </a:lnSpc>
            </a:pPr>
            <a:r>
              <a:rPr lang="zh-CN" altLang="en-US"/>
              <a:t>化学吸收法相关研究中，天然气制氢装置CO₂回收采用解吸气VPSA脱碳和变换气MDEA脱碳，具有能耗低、投资少的特点[7]。</a:t>
            </a:r>
            <a:endParaRPr lang="zh-CN" altLang="en-US"/>
          </a:p>
        </p:txBody>
      </p:sp>
      <p:sp>
        <p:nvSpPr>
          <p:cNvPr id="11" name="装饰  9"/>
          <p:cNvSpPr>
            <a:spLocks noGrp="1"/>
          </p:cNvSpPr>
          <p:nvPr>
            <p:ph type="body" idx="16403"/>
            <p:custDataLst>
              <p:tags r:id="rId10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2" name="文本占位符 11"/>
          <p:cNvSpPr>
            <a:spLocks noGrp="1"/>
          </p:cNvSpPr>
          <p:nvPr>
            <p:ph type="body" idx="16394"/>
            <p:custDataLst>
              <p:tags r:id="rId11"/>
            </p:custDataLst>
          </p:nvPr>
        </p:nvSpPr>
        <p:spPr/>
        <p:txBody>
          <a:bodyPr/>
          <a:p>
            <a:pPr algn="ctr">
              <a:lnSpc>
                <a:spcPct val="109000"/>
              </a:lnSpc>
            </a:pPr>
            <a:r>
              <a:rPr lang="zh-CN" altLang="en-US"/>
              <a:t>03</a:t>
            </a:r>
            <a:endParaRPr lang="zh-CN" altLang="en-US"/>
          </a:p>
        </p:txBody>
      </p:sp>
      <p:sp>
        <p:nvSpPr>
          <p:cNvPr id="13" name="文本占位符 12"/>
          <p:cNvSpPr>
            <a:spLocks noGrp="1"/>
          </p:cNvSpPr>
          <p:nvPr>
            <p:ph type="body" idx="16392"/>
            <p:custDataLst>
              <p:tags r:id="rId12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zh-CN" altLang="en-US"/>
              <a:t>膜分离技术研究</a:t>
            </a:r>
            <a:endParaRPr lang="zh-CN" altLang="en-US"/>
          </a:p>
        </p:txBody>
      </p:sp>
      <p:sp>
        <p:nvSpPr>
          <p:cNvPr id="14" name="文本占位符 13"/>
          <p:cNvSpPr>
            <a:spLocks noGrp="1"/>
          </p:cNvSpPr>
          <p:nvPr>
            <p:ph type="body" idx="16393"/>
            <p:custDataLst>
              <p:tags r:id="rId13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25000"/>
              </a:lnSpc>
            </a:pPr>
            <a:r>
              <a:rPr lang="zh-CN" altLang="en-US" sz="1100"/>
              <a:t>膜分离技术尚处实验室阶段，但潜力较大，是国内CO₂捕集与回收研究的方向之一[3][5]。</a:t>
            </a:r>
            <a:endParaRPr lang="zh-CN" altLang="en-US" sz="1100"/>
          </a:p>
        </p:txBody>
      </p:sp>
      <p:sp>
        <p:nvSpPr>
          <p:cNvPr id="15" name="装饰  3"/>
          <p:cNvSpPr>
            <a:spLocks noGrp="1"/>
          </p:cNvSpPr>
          <p:nvPr>
            <p:ph type="body" idx="16404"/>
            <p:custDataLst>
              <p:tags r:id="rId14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6" name="文本占位符 15"/>
          <p:cNvSpPr>
            <a:spLocks noGrp="1"/>
          </p:cNvSpPr>
          <p:nvPr>
            <p:ph type="body" idx="16397"/>
            <p:custDataLst>
              <p:tags r:id="rId15"/>
            </p:custDataLst>
          </p:nvPr>
        </p:nvSpPr>
        <p:spPr/>
        <p:txBody>
          <a:bodyPr/>
          <a:p>
            <a:pPr algn="ctr">
              <a:lnSpc>
                <a:spcPct val="109000"/>
              </a:lnSpc>
            </a:pPr>
            <a:r>
              <a:rPr lang="zh-CN" altLang="en-US"/>
              <a:t>04</a:t>
            </a:r>
            <a:endParaRPr lang="zh-CN" altLang="en-US"/>
          </a:p>
        </p:txBody>
      </p:sp>
      <p:sp>
        <p:nvSpPr>
          <p:cNvPr id="17" name="文本占位符 16"/>
          <p:cNvSpPr>
            <a:spLocks noGrp="1"/>
          </p:cNvSpPr>
          <p:nvPr>
            <p:ph type="body" idx="16395"/>
            <p:custDataLst>
              <p:tags r:id="rId16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zh-CN" altLang="en-US"/>
              <a:t>多段净化工艺</a:t>
            </a:r>
            <a:endParaRPr lang="zh-CN" altLang="en-US"/>
          </a:p>
        </p:txBody>
      </p:sp>
      <p:sp>
        <p:nvSpPr>
          <p:cNvPr id="18" name="文本占位符 17"/>
          <p:cNvSpPr>
            <a:spLocks noGrp="1"/>
          </p:cNvSpPr>
          <p:nvPr>
            <p:ph type="body" idx="16396"/>
            <p:custDataLst>
              <p:tags r:id="rId17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25000"/>
              </a:lnSpc>
            </a:pPr>
            <a:r>
              <a:rPr lang="zh-CN" altLang="en-US" sz="1100"/>
              <a:t>多段净化工艺通过催化燃烧和KOH沉淀实现CO₂回收率92%，是国内CO₂回收工艺研究的热点之一[1]。</a:t>
            </a:r>
            <a:endParaRPr lang="zh-CN" altLang="en-US" sz="1100"/>
          </a:p>
        </p:txBody>
      </p:sp>
      <p:sp>
        <p:nvSpPr>
          <p:cNvPr id="19" name="装饰  7"/>
          <p:cNvSpPr>
            <a:spLocks noGrp="1"/>
          </p:cNvSpPr>
          <p:nvPr>
            <p:ph type="body" idx="16405"/>
            <p:custDataLst>
              <p:tags r:id="rId18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20" name="文本占位符 19"/>
          <p:cNvSpPr>
            <a:spLocks noGrp="1"/>
          </p:cNvSpPr>
          <p:nvPr>
            <p:ph type="body" idx="16400"/>
            <p:custDataLst>
              <p:tags r:id="rId19"/>
            </p:custDataLst>
          </p:nvPr>
        </p:nvSpPr>
        <p:spPr/>
        <p:txBody>
          <a:bodyPr/>
          <a:p>
            <a:pPr algn="ctr">
              <a:lnSpc>
                <a:spcPct val="109000"/>
              </a:lnSpc>
            </a:pPr>
            <a:r>
              <a:rPr lang="zh-CN" altLang="en-US"/>
              <a:t>05</a:t>
            </a:r>
            <a:endParaRPr lang="zh-CN" altLang="en-US"/>
          </a:p>
        </p:txBody>
      </p:sp>
      <p:sp>
        <p:nvSpPr>
          <p:cNvPr id="21" name="文本占位符 20"/>
          <p:cNvSpPr>
            <a:spLocks noGrp="1"/>
          </p:cNvSpPr>
          <p:nvPr>
            <p:ph type="body" idx="16398"/>
            <p:custDataLst>
              <p:tags r:id="rId20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zh-CN" altLang="en-US"/>
              <a:t>烧结烟气余热回收技术</a:t>
            </a:r>
            <a:endParaRPr lang="zh-CN" altLang="en-US"/>
          </a:p>
        </p:txBody>
      </p:sp>
      <p:sp>
        <p:nvSpPr>
          <p:cNvPr id="22" name="文本占位符 21"/>
          <p:cNvSpPr>
            <a:spLocks noGrp="1"/>
          </p:cNvSpPr>
          <p:nvPr>
            <p:ph type="body" idx="16399"/>
            <p:custDataLst>
              <p:tags r:id="rId21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25000"/>
              </a:lnSpc>
            </a:pPr>
            <a:r>
              <a:rPr lang="zh-CN" altLang="en-US" sz="1100"/>
              <a:t>烧结烟气余热回收技术可节能5%以上、减排CO₂ 6.50 kg/t，在钢铁行业等工业场景有应用潜力[2]。</a:t>
            </a:r>
            <a:endParaRPr lang="zh-CN" altLang="en-US" sz="1100"/>
          </a:p>
        </p:txBody>
      </p:sp>
    </p:spTree>
    <p:custDataLst>
      <p:tags r:id="rId22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zh-CN" altLang="en-US"/>
              <a:t>国外CO₂回收技术研究进展</a:t>
            </a:r>
            <a:endParaRPr lang="zh-CN" altLang="en-US"/>
          </a:p>
        </p:txBody>
      </p:sp>
      <p:sp>
        <p:nvSpPr>
          <p:cNvPr id="3" name="装饰  9"/>
          <p:cNvSpPr>
            <a:spLocks noGrp="1"/>
          </p:cNvSpPr>
          <p:nvPr>
            <p:ph type="body" idx="16392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pic>
        <p:nvPicPr>
          <p:cNvPr id="4" name="图片占位符 3" descr="5c38204b-21c0-11f1-9c24-b2059f5a2197"/>
          <p:cNvPicPr>
            <a:picLocks noChangeAspect="1"/>
          </p:cNvPicPr>
          <p:nvPr>
            <p:ph type="pic" idx="16393"/>
            <p:custDataLst>
              <p:tags r:id="rId3"/>
            </p:custDataLst>
          </p:nvPr>
        </p:nvPicPr>
        <p:blipFill>
          <a:blip r:embed="rId4"/>
          <a:srcRect/>
          <a:stretch>
            <a:fillRect/>
          </a:stretch>
        </p:blipFill>
        <p:spPr>
          <a:xfrm>
            <a:off x="914400" y="1803400"/>
            <a:ext cx="914400" cy="914400"/>
          </a:xfrm>
          <a:custGeom>
            <a:avLst/>
            <a:gdLst>
              <a:gd name="connisteX0" fmla="*/ 0 w 914400"/>
              <a:gd name="connsiteY0" fmla="*/ 457200 h 914400"/>
              <a:gd name="connisteX1" fmla="*/ 457200 w 914400"/>
              <a:gd name="connsiteY1" fmla="*/ 0 h 914400"/>
              <a:gd name="connisteX2" fmla="*/ 457200 w 914400"/>
              <a:gd name="connsiteY2" fmla="*/ 0 h 914400"/>
              <a:gd name="connisteX3" fmla="*/ 914400 w 914400"/>
              <a:gd name="connsiteY3" fmla="*/ 457200 h 914400"/>
              <a:gd name="connisteX4" fmla="*/ 914400 w 914400"/>
              <a:gd name="connsiteY4" fmla="*/ 457200 h 914400"/>
              <a:gd name="connisteX5" fmla="*/ 457200 w 914400"/>
              <a:gd name="connsiteY5" fmla="*/ 914400 h 914400"/>
              <a:gd name="connisteX6" fmla="*/ 457200 w 914400"/>
              <a:gd name="connsiteY6" fmla="*/ 914400 h 914400"/>
              <a:gd name="connisteX7" fmla="*/ 0 w 914400"/>
              <a:gd name="connsiteY7" fmla="*/ 457200 h 914400"/>
              <a:gd name="connisteX8" fmla="*/ 0 w 914400"/>
              <a:gd name="connsiteY8" fmla="*/ 457200 h 91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914400" h="914400">
                <a:moveTo>
                  <a:pt x="0" y="457200"/>
                </a:moveTo>
                <a:cubicBezTo>
                  <a:pt x="0" y="204695"/>
                  <a:pt x="204695" y="0"/>
                  <a:pt x="457200" y="0"/>
                </a:cubicBezTo>
                <a:lnTo>
                  <a:pt x="457200" y="0"/>
                </a:lnTo>
                <a:cubicBezTo>
                  <a:pt x="709705" y="0"/>
                  <a:pt x="914400" y="204695"/>
                  <a:pt x="914400" y="457200"/>
                </a:cubicBezTo>
                <a:lnTo>
                  <a:pt x="914400" y="457200"/>
                </a:lnTo>
                <a:cubicBezTo>
                  <a:pt x="914400" y="709705"/>
                  <a:pt x="709705" y="914400"/>
                  <a:pt x="457200" y="914400"/>
                </a:cubicBezTo>
                <a:lnTo>
                  <a:pt x="457200" y="914400"/>
                </a:lnTo>
                <a:cubicBezTo>
                  <a:pt x="204695" y="914400"/>
                  <a:pt x="0" y="709705"/>
                  <a:pt x="0" y="457200"/>
                </a:cubicBezTo>
                <a:lnTo>
                  <a:pt x="0" y="457200"/>
                </a:lnTo>
                <a:close/>
              </a:path>
            </a:pathLst>
          </a:custGeom>
        </p:spPr>
      </p:pic>
      <p:sp>
        <p:nvSpPr>
          <p:cNvPr id="5" name="文本占位符 4"/>
          <p:cNvSpPr>
            <a:spLocks noGrp="1"/>
          </p:cNvSpPr>
          <p:nvPr>
            <p:ph type="body" idx="16386"/>
            <p:custDataLst>
              <p:tags r:id="rId5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zh-CN" altLang="en-US"/>
              <a:t>Pd基和SAPO-34膜三级膜分离系统</a:t>
            </a:r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idx="16387"/>
            <p:custDataLst>
              <p:tags r:id="rId6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25000"/>
              </a:lnSpc>
            </a:pPr>
            <a:r>
              <a:rPr lang="zh-CN" altLang="en-US" sz="1300"/>
              <a:t>国外采用Pd基和SAPO-34膜组成的三级膜分离系统，CO₂纯度可达96%、回收率超90%[4]。</a:t>
            </a:r>
            <a:endParaRPr lang="zh-CN" altLang="en-US" sz="1300"/>
          </a:p>
        </p:txBody>
      </p:sp>
      <p:sp>
        <p:nvSpPr>
          <p:cNvPr id="7" name="装饰  4"/>
          <p:cNvSpPr>
            <a:spLocks noGrp="1"/>
          </p:cNvSpPr>
          <p:nvPr>
            <p:ph type="body" idx="16394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pic>
        <p:nvPicPr>
          <p:cNvPr id="8" name="图片占位符 7" descr="5c38227f-21c0-11f1-9c24-b2059f5a2197"/>
          <p:cNvPicPr>
            <a:picLocks noChangeAspect="1"/>
          </p:cNvPicPr>
          <p:nvPr>
            <p:ph type="pic" idx="16395"/>
            <p:custDataLst>
              <p:tags r:id="rId8"/>
            </p:custDataLst>
          </p:nvPr>
        </p:nvPicPr>
        <p:blipFill>
          <a:blip r:embed="rId9"/>
          <a:srcRect/>
          <a:stretch>
            <a:fillRect/>
          </a:stretch>
        </p:blipFill>
        <p:spPr>
          <a:xfrm>
            <a:off x="914400" y="3429000"/>
            <a:ext cx="914400" cy="914400"/>
          </a:xfrm>
          <a:custGeom>
            <a:avLst/>
            <a:gdLst>
              <a:gd name="connisteX0" fmla="*/ 0 w 914400"/>
              <a:gd name="connsiteY0" fmla="*/ 457200 h 914400"/>
              <a:gd name="connisteX1" fmla="*/ 457200 w 914400"/>
              <a:gd name="connsiteY1" fmla="*/ 0 h 914400"/>
              <a:gd name="connisteX2" fmla="*/ 457200 w 914400"/>
              <a:gd name="connsiteY2" fmla="*/ 0 h 914400"/>
              <a:gd name="connisteX3" fmla="*/ 914400 w 914400"/>
              <a:gd name="connsiteY3" fmla="*/ 457200 h 914400"/>
              <a:gd name="connisteX4" fmla="*/ 914400 w 914400"/>
              <a:gd name="connsiteY4" fmla="*/ 457200 h 914400"/>
              <a:gd name="connisteX5" fmla="*/ 457200 w 914400"/>
              <a:gd name="connsiteY5" fmla="*/ 914400 h 914400"/>
              <a:gd name="connisteX6" fmla="*/ 457200 w 914400"/>
              <a:gd name="connsiteY6" fmla="*/ 914400 h 914400"/>
              <a:gd name="connisteX7" fmla="*/ 0 w 914400"/>
              <a:gd name="connsiteY7" fmla="*/ 457200 h 914400"/>
              <a:gd name="connisteX8" fmla="*/ 0 w 914400"/>
              <a:gd name="connsiteY8" fmla="*/ 457200 h 91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914400" h="914400">
                <a:moveTo>
                  <a:pt x="0" y="457200"/>
                </a:moveTo>
                <a:cubicBezTo>
                  <a:pt x="0" y="204695"/>
                  <a:pt x="204695" y="0"/>
                  <a:pt x="457200" y="0"/>
                </a:cubicBezTo>
                <a:lnTo>
                  <a:pt x="457200" y="0"/>
                </a:lnTo>
                <a:cubicBezTo>
                  <a:pt x="709705" y="0"/>
                  <a:pt x="914400" y="204695"/>
                  <a:pt x="914400" y="457200"/>
                </a:cubicBezTo>
                <a:lnTo>
                  <a:pt x="914400" y="457200"/>
                </a:lnTo>
                <a:cubicBezTo>
                  <a:pt x="914400" y="709705"/>
                  <a:pt x="709705" y="914400"/>
                  <a:pt x="457200" y="914400"/>
                </a:cubicBezTo>
                <a:lnTo>
                  <a:pt x="457200" y="914400"/>
                </a:lnTo>
                <a:cubicBezTo>
                  <a:pt x="204695" y="914400"/>
                  <a:pt x="0" y="709705"/>
                  <a:pt x="0" y="457200"/>
                </a:cubicBezTo>
                <a:lnTo>
                  <a:pt x="0" y="457200"/>
                </a:lnTo>
                <a:close/>
              </a:path>
            </a:pathLst>
          </a:custGeom>
        </p:spPr>
      </p:pic>
      <p:sp>
        <p:nvSpPr>
          <p:cNvPr id="9" name="文本占位符 8"/>
          <p:cNvSpPr>
            <a:spLocks noGrp="1"/>
          </p:cNvSpPr>
          <p:nvPr>
            <p:ph type="body" idx="16388"/>
            <p:custDataLst>
              <p:tags r:id="rId10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zh-CN" altLang="en-US"/>
              <a:t>CO₂选择性纳米复合膜工艺</a:t>
            </a:r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idx="16389"/>
            <p:custDataLst>
              <p:tags r:id="rId11"/>
            </p:custDataLst>
          </p:nvPr>
        </p:nvSpPr>
        <p:spPr/>
        <p:txBody>
          <a:bodyPr>
            <a:normAutofit fontScale="80000"/>
          </a:bodyPr>
          <a:p>
            <a:pPr algn="l">
              <a:lnSpc>
                <a:spcPct val="125000"/>
              </a:lnSpc>
            </a:pPr>
            <a:r>
              <a:rPr lang="zh-CN" altLang="en-US"/>
              <a:t>针对生物氢气纯化开发的CO₂选择性纳米复合膜工艺，两段式设计可将H₂纯度提升至99.5%，并实现CO₂副产品捕集[6]。</a:t>
            </a:r>
            <a:endParaRPr lang="zh-CN" altLang="en-US"/>
          </a:p>
        </p:txBody>
      </p:sp>
      <p:sp>
        <p:nvSpPr>
          <p:cNvPr id="11" name="装饰  9"/>
          <p:cNvSpPr>
            <a:spLocks noGrp="1"/>
          </p:cNvSpPr>
          <p:nvPr>
            <p:ph type="body" idx="16396"/>
            <p:custDataLst>
              <p:tags r:id="rId12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pic>
        <p:nvPicPr>
          <p:cNvPr id="12" name="图片占位符 11" descr="5c3822a0-21c0-11f1-9c24-b2059f5a2197"/>
          <p:cNvPicPr>
            <a:picLocks noChangeAspect="1"/>
          </p:cNvPicPr>
          <p:nvPr>
            <p:ph type="pic" idx="16397"/>
            <p:custDataLst>
              <p:tags r:id="rId13"/>
            </p:custDataLst>
          </p:nvPr>
        </p:nvPicPr>
        <p:blipFill>
          <a:blip r:embed="rId14"/>
          <a:srcRect/>
          <a:stretch>
            <a:fillRect/>
          </a:stretch>
        </p:blipFill>
        <p:spPr>
          <a:xfrm>
            <a:off x="914400" y="5054600"/>
            <a:ext cx="914400" cy="914400"/>
          </a:xfrm>
          <a:custGeom>
            <a:avLst/>
            <a:gdLst>
              <a:gd name="connisteX0" fmla="*/ 0 w 914400"/>
              <a:gd name="connsiteY0" fmla="*/ 457200 h 914400"/>
              <a:gd name="connisteX1" fmla="*/ 457200 w 914400"/>
              <a:gd name="connsiteY1" fmla="*/ 0 h 914400"/>
              <a:gd name="connisteX2" fmla="*/ 457200 w 914400"/>
              <a:gd name="connsiteY2" fmla="*/ 0 h 914400"/>
              <a:gd name="connisteX3" fmla="*/ 914400 w 914400"/>
              <a:gd name="connsiteY3" fmla="*/ 457200 h 914400"/>
              <a:gd name="connisteX4" fmla="*/ 914400 w 914400"/>
              <a:gd name="connsiteY4" fmla="*/ 457200 h 914400"/>
              <a:gd name="connisteX5" fmla="*/ 457200 w 914400"/>
              <a:gd name="connsiteY5" fmla="*/ 914400 h 914400"/>
              <a:gd name="connisteX6" fmla="*/ 457200 w 914400"/>
              <a:gd name="connsiteY6" fmla="*/ 914400 h 914400"/>
              <a:gd name="connisteX7" fmla="*/ 0 w 914400"/>
              <a:gd name="connsiteY7" fmla="*/ 457200 h 914400"/>
              <a:gd name="connisteX8" fmla="*/ 0 w 914400"/>
              <a:gd name="connsiteY8" fmla="*/ 457200 h 91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914400" h="914400">
                <a:moveTo>
                  <a:pt x="0" y="457200"/>
                </a:moveTo>
                <a:cubicBezTo>
                  <a:pt x="0" y="204695"/>
                  <a:pt x="204695" y="0"/>
                  <a:pt x="457200" y="0"/>
                </a:cubicBezTo>
                <a:lnTo>
                  <a:pt x="457200" y="0"/>
                </a:lnTo>
                <a:cubicBezTo>
                  <a:pt x="709705" y="0"/>
                  <a:pt x="914400" y="204695"/>
                  <a:pt x="914400" y="457200"/>
                </a:cubicBezTo>
                <a:lnTo>
                  <a:pt x="914400" y="457200"/>
                </a:lnTo>
                <a:cubicBezTo>
                  <a:pt x="914400" y="709705"/>
                  <a:pt x="709705" y="914400"/>
                  <a:pt x="457200" y="914400"/>
                </a:cubicBezTo>
                <a:lnTo>
                  <a:pt x="457200" y="914400"/>
                </a:lnTo>
                <a:cubicBezTo>
                  <a:pt x="204695" y="914400"/>
                  <a:pt x="0" y="709705"/>
                  <a:pt x="0" y="457200"/>
                </a:cubicBezTo>
                <a:lnTo>
                  <a:pt x="0" y="457200"/>
                </a:lnTo>
                <a:close/>
              </a:path>
            </a:pathLst>
          </a:custGeom>
        </p:spPr>
      </p:pic>
      <p:sp>
        <p:nvSpPr>
          <p:cNvPr id="13" name="文本占位符 12"/>
          <p:cNvSpPr>
            <a:spLocks noGrp="1"/>
          </p:cNvSpPr>
          <p:nvPr>
            <p:ph type="body" idx="16390"/>
            <p:custDataLst>
              <p:tags r:id="rId15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zh-CN" altLang="en-US"/>
              <a:t>膜材料稳定性问题</a:t>
            </a:r>
            <a:endParaRPr lang="zh-CN" altLang="en-US"/>
          </a:p>
        </p:txBody>
      </p:sp>
      <p:sp>
        <p:nvSpPr>
          <p:cNvPr id="14" name="文本占位符 13"/>
          <p:cNvSpPr>
            <a:spLocks noGrp="1"/>
          </p:cNvSpPr>
          <p:nvPr>
            <p:ph type="body" idx="16391"/>
            <p:custDataLst>
              <p:tags r:id="rId16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25000"/>
              </a:lnSpc>
            </a:pPr>
            <a:r>
              <a:rPr lang="zh-CN" altLang="en-US" sz="1300"/>
              <a:t>国外膜分离技术因膜材料稳定性问题，部分研究成果尚未实现大规模工业化应用。</a:t>
            </a:r>
            <a:endParaRPr lang="zh-CN" altLang="en-US" sz="1300"/>
          </a:p>
        </p:txBody>
      </p:sp>
    </p:spTree>
    <p:custDataLst>
      <p:tags r:id="rId17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zh-CN" altLang="en-US"/>
              <a:t>CO₂回收技术发展趋势</a:t>
            </a:r>
            <a:endParaRPr lang="zh-CN" altLang="en-US"/>
          </a:p>
        </p:txBody>
      </p:sp>
      <p:sp>
        <p:nvSpPr>
          <p:cNvPr id="3" name="装饰  9"/>
          <p:cNvSpPr>
            <a:spLocks noGrp="1"/>
          </p:cNvSpPr>
          <p:nvPr>
            <p:ph type="body" idx="16394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pic>
        <p:nvPicPr>
          <p:cNvPr id="4" name="图片占位符 3" descr="5cd1b3fc-21c0-11f1-be4f-829f22895a5b"/>
          <p:cNvPicPr>
            <a:picLocks noChangeAspect="1"/>
          </p:cNvPicPr>
          <p:nvPr>
            <p:ph type="pic" idx="16395"/>
            <p:custDataLst>
              <p:tags r:id="rId3"/>
            </p:custDataLst>
          </p:nvPr>
        </p:nvPicPr>
        <p:blipFill>
          <a:blip r:embed="rId4"/>
          <a:srcRect t="369" b="369"/>
          <a:stretch>
            <a:fillRect/>
          </a:stretch>
        </p:blipFill>
        <p:spPr>
          <a:xfrm>
            <a:off x="609600" y="1524000"/>
            <a:ext cx="2514600" cy="2032000"/>
          </a:xfrm>
          <a:custGeom>
            <a:avLst/>
            <a:gdLst>
              <a:gd name="connisteX0" fmla="*/ 0 w 2514600"/>
              <a:gd name="connsiteY0" fmla="*/ 203200 h 2032000"/>
              <a:gd name="connisteX1" fmla="*/ 203200 w 2514600"/>
              <a:gd name="connsiteY1" fmla="*/ 0 h 2032000"/>
              <a:gd name="connisteX2" fmla="*/ 2311400 w 2514600"/>
              <a:gd name="connsiteY2" fmla="*/ 0 h 2032000"/>
              <a:gd name="connisteX3" fmla="*/ 2514600 w 2514600"/>
              <a:gd name="connsiteY3" fmla="*/ 203200 h 2032000"/>
              <a:gd name="connisteX4" fmla="*/ 2514600 w 2514600"/>
              <a:gd name="connsiteY4" fmla="*/ 2032000 h 2032000"/>
              <a:gd name="connisteX5" fmla="*/ 0 w 2514600"/>
              <a:gd name="connsiteY5" fmla="*/ 2032000 h 2032000"/>
              <a:gd name="connisteX6" fmla="*/ 0 w 2514600"/>
              <a:gd name="connsiteY6" fmla="*/ 20320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2514600" h="203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2311400" y="0"/>
                </a:lnTo>
                <a:cubicBezTo>
                  <a:pt x="2423624" y="0"/>
                  <a:pt x="2514600" y="90976"/>
                  <a:pt x="2514600" y="203200"/>
                </a:cubicBezTo>
                <a:lnTo>
                  <a:pt x="2514600" y="2032000"/>
                </a:lnTo>
                <a:lnTo>
                  <a:pt x="0" y="2032000"/>
                </a:lnTo>
                <a:lnTo>
                  <a:pt x="0" y="203200"/>
                </a:lnTo>
                <a:close/>
              </a:path>
            </a:pathLst>
          </a:custGeom>
        </p:spPr>
      </p:pic>
      <p:sp>
        <p:nvSpPr>
          <p:cNvPr id="5" name="文本占位符 4"/>
          <p:cNvSpPr>
            <a:spLocks noGrp="1"/>
          </p:cNvSpPr>
          <p:nvPr>
            <p:ph type="body" idx="16386"/>
            <p:custDataLst>
              <p:tags r:id="rId5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zh-CN" altLang="en-US"/>
              <a:t>面临的问题</a:t>
            </a:r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idx="16387"/>
            <p:custDataLst>
              <p:tags r:id="rId6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25000"/>
              </a:lnSpc>
            </a:pPr>
            <a:r>
              <a:rPr lang="zh-CN" altLang="en-US"/>
              <a:t>我国CO₂回收技术存在能耗偏高、投资较大等问题，制约了其工业化应用和产业发展。</a:t>
            </a:r>
            <a:endParaRPr lang="zh-CN" altLang="en-US"/>
          </a:p>
        </p:txBody>
      </p:sp>
      <p:sp>
        <p:nvSpPr>
          <p:cNvPr id="7" name="装饰  4"/>
          <p:cNvSpPr>
            <a:spLocks noGrp="1"/>
          </p:cNvSpPr>
          <p:nvPr>
            <p:ph type="body" idx="16396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pic>
        <p:nvPicPr>
          <p:cNvPr id="8" name="图片占位符 7" descr="5cd1b403-21c0-11f1-be4f-829f22895a5b"/>
          <p:cNvPicPr>
            <a:picLocks noChangeAspect="1"/>
          </p:cNvPicPr>
          <p:nvPr>
            <p:ph type="pic" idx="16397"/>
            <p:custDataLst>
              <p:tags r:id="rId8"/>
            </p:custDataLst>
          </p:nvPr>
        </p:nvPicPr>
        <p:blipFill>
          <a:blip r:embed="rId9"/>
          <a:srcRect l="8750" r="8750"/>
          <a:stretch>
            <a:fillRect/>
          </a:stretch>
        </p:blipFill>
        <p:spPr>
          <a:xfrm>
            <a:off x="3429000" y="4216400"/>
            <a:ext cx="2514600" cy="2032000"/>
          </a:xfrm>
          <a:custGeom>
            <a:avLst/>
            <a:gdLst>
              <a:gd name="connisteX0" fmla="*/ 0 w 2514600"/>
              <a:gd name="connsiteY0" fmla="*/ 0 h 2032000"/>
              <a:gd name="connisteX1" fmla="*/ 2514600 w 2514600"/>
              <a:gd name="connsiteY1" fmla="*/ 0 h 2032000"/>
              <a:gd name="connisteX2" fmla="*/ 2514600 w 2514600"/>
              <a:gd name="connsiteY2" fmla="*/ 1828800 h 2032000"/>
              <a:gd name="connisteX3" fmla="*/ 2311400 w 2514600"/>
              <a:gd name="connsiteY3" fmla="*/ 2032000 h 2032000"/>
              <a:gd name="connisteX4" fmla="*/ 203200 w 2514600"/>
              <a:gd name="connsiteY4" fmla="*/ 2032000 h 2032000"/>
              <a:gd name="connisteX5" fmla="*/ 0 w 2514600"/>
              <a:gd name="connsiteY5" fmla="*/ 1828800 h 2032000"/>
              <a:gd name="connisteX6" fmla="*/ 0 w 2514600"/>
              <a:gd name="connsiteY6" fmla="*/ 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2514600" h="2032000">
                <a:moveTo>
                  <a:pt x="0" y="0"/>
                </a:moveTo>
                <a:lnTo>
                  <a:pt x="2514600" y="0"/>
                </a:lnTo>
                <a:lnTo>
                  <a:pt x="2514600" y="1828800"/>
                </a:lnTo>
                <a:cubicBezTo>
                  <a:pt x="2514600" y="1941024"/>
                  <a:pt x="2423624" y="2032000"/>
                  <a:pt x="2311400" y="2032000"/>
                </a:cubicBezTo>
                <a:lnTo>
                  <a:pt x="203200" y="2032000"/>
                </a:lnTo>
                <a:cubicBezTo>
                  <a:pt x="90976" y="2032000"/>
                  <a:pt x="0" y="1941024"/>
                  <a:pt x="0" y="1828800"/>
                </a:cubicBez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9" name="文本占位符 8"/>
          <p:cNvSpPr>
            <a:spLocks noGrp="1"/>
          </p:cNvSpPr>
          <p:nvPr>
            <p:ph type="body" idx="16388"/>
            <p:custDataLst>
              <p:tags r:id="rId10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zh-CN" altLang="en-US"/>
              <a:t>工艺耦合优化</a:t>
            </a:r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idx="16389"/>
            <p:custDataLst>
              <p:tags r:id="rId11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25000"/>
              </a:lnSpc>
            </a:pPr>
            <a:r>
              <a:rPr lang="zh-CN" altLang="en-US"/>
              <a:t>未来需加强工艺耦合优化，通过不同工艺的有效结合，提高CO₂回收效率，降低能耗和成本。</a:t>
            </a:r>
            <a:endParaRPr lang="zh-CN" altLang="en-US"/>
          </a:p>
        </p:txBody>
      </p:sp>
      <p:sp>
        <p:nvSpPr>
          <p:cNvPr id="11" name="装饰  9"/>
          <p:cNvSpPr>
            <a:spLocks noGrp="1"/>
          </p:cNvSpPr>
          <p:nvPr>
            <p:ph type="body" idx="16398"/>
            <p:custDataLst>
              <p:tags r:id="rId12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pic>
        <p:nvPicPr>
          <p:cNvPr id="12" name="图片占位符 11" descr="5cd1b2b5-21c0-11f1-be4f-829f22895a5b"/>
          <p:cNvPicPr>
            <a:picLocks noChangeAspect="1"/>
          </p:cNvPicPr>
          <p:nvPr>
            <p:ph type="pic" idx="16399"/>
            <p:custDataLst>
              <p:tags r:id="rId13"/>
            </p:custDataLst>
          </p:nvPr>
        </p:nvPicPr>
        <p:blipFill>
          <a:blip r:embed="rId14"/>
          <a:srcRect l="2940" r="2940"/>
          <a:stretch>
            <a:fillRect/>
          </a:stretch>
        </p:blipFill>
        <p:spPr>
          <a:xfrm>
            <a:off x="6248400" y="1524000"/>
            <a:ext cx="2514600" cy="2032000"/>
          </a:xfrm>
          <a:custGeom>
            <a:avLst/>
            <a:gdLst>
              <a:gd name="connisteX0" fmla="*/ 0 w 2514600"/>
              <a:gd name="connsiteY0" fmla="*/ 203200 h 2032000"/>
              <a:gd name="connisteX1" fmla="*/ 203200 w 2514600"/>
              <a:gd name="connsiteY1" fmla="*/ 0 h 2032000"/>
              <a:gd name="connisteX2" fmla="*/ 2311400 w 2514600"/>
              <a:gd name="connsiteY2" fmla="*/ 0 h 2032000"/>
              <a:gd name="connisteX3" fmla="*/ 2514600 w 2514600"/>
              <a:gd name="connsiteY3" fmla="*/ 203200 h 2032000"/>
              <a:gd name="connisteX4" fmla="*/ 2514600 w 2514600"/>
              <a:gd name="connsiteY4" fmla="*/ 2032000 h 2032000"/>
              <a:gd name="connisteX5" fmla="*/ 0 w 2514600"/>
              <a:gd name="connsiteY5" fmla="*/ 2032000 h 2032000"/>
              <a:gd name="connisteX6" fmla="*/ 0 w 2514600"/>
              <a:gd name="connsiteY6" fmla="*/ 20320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2514600" h="203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2311400" y="0"/>
                </a:lnTo>
                <a:cubicBezTo>
                  <a:pt x="2423624" y="0"/>
                  <a:pt x="2514600" y="90976"/>
                  <a:pt x="2514600" y="203200"/>
                </a:cubicBezTo>
                <a:lnTo>
                  <a:pt x="2514600" y="2032000"/>
                </a:lnTo>
                <a:lnTo>
                  <a:pt x="0" y="2032000"/>
                </a:lnTo>
                <a:lnTo>
                  <a:pt x="0" y="203200"/>
                </a:lnTo>
                <a:close/>
              </a:path>
            </a:pathLst>
          </a:custGeom>
        </p:spPr>
      </p:pic>
      <p:sp>
        <p:nvSpPr>
          <p:cNvPr id="13" name="文本占位符 12"/>
          <p:cNvSpPr>
            <a:spLocks noGrp="1"/>
          </p:cNvSpPr>
          <p:nvPr>
            <p:ph type="body" idx="16390"/>
            <p:custDataLst>
              <p:tags r:id="rId15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zh-CN" altLang="en-US"/>
              <a:t>装备大型化</a:t>
            </a:r>
            <a:endParaRPr lang="zh-CN" altLang="en-US"/>
          </a:p>
        </p:txBody>
      </p:sp>
      <p:sp>
        <p:nvSpPr>
          <p:cNvPr id="14" name="文本占位符 13"/>
          <p:cNvSpPr>
            <a:spLocks noGrp="1"/>
          </p:cNvSpPr>
          <p:nvPr>
            <p:ph type="body" idx="16391"/>
            <p:custDataLst>
              <p:tags r:id="rId16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25000"/>
              </a:lnSpc>
            </a:pPr>
            <a:r>
              <a:rPr lang="zh-CN" altLang="en-US"/>
              <a:t>推进装备大型化发展，以适应大规模CO₂回收处理需求，提升产业竞争力。</a:t>
            </a:r>
            <a:endParaRPr lang="zh-CN" altLang="en-US"/>
          </a:p>
        </p:txBody>
      </p:sp>
      <p:sp>
        <p:nvSpPr>
          <p:cNvPr id="15" name="装饰  3"/>
          <p:cNvSpPr>
            <a:spLocks noGrp="1"/>
          </p:cNvSpPr>
          <p:nvPr>
            <p:ph type="body" idx="16400"/>
            <p:custDataLst>
              <p:tags r:id="rId17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pic>
        <p:nvPicPr>
          <p:cNvPr id="16" name="图片占位符 15" descr="5cd1b2bd-21c0-11f1-be4f-829f22895a5b"/>
          <p:cNvPicPr>
            <a:picLocks noChangeAspect="1"/>
          </p:cNvPicPr>
          <p:nvPr>
            <p:ph type="pic" idx="16401"/>
            <p:custDataLst>
              <p:tags r:id="rId18"/>
            </p:custDataLst>
          </p:nvPr>
        </p:nvPicPr>
        <p:blipFill>
          <a:blip r:embed="rId19"/>
          <a:srcRect l="18029" b="641"/>
          <a:stretch>
            <a:fillRect/>
          </a:stretch>
        </p:blipFill>
        <p:spPr>
          <a:xfrm>
            <a:off x="9067800" y="4216400"/>
            <a:ext cx="2514600" cy="2032000"/>
          </a:xfrm>
          <a:custGeom>
            <a:avLst/>
            <a:gdLst>
              <a:gd name="connisteX0" fmla="*/ 0 w 2514600"/>
              <a:gd name="connsiteY0" fmla="*/ 0 h 2032000"/>
              <a:gd name="connisteX1" fmla="*/ 2514600 w 2514600"/>
              <a:gd name="connsiteY1" fmla="*/ 0 h 2032000"/>
              <a:gd name="connisteX2" fmla="*/ 2514600 w 2514600"/>
              <a:gd name="connsiteY2" fmla="*/ 1828800 h 2032000"/>
              <a:gd name="connisteX3" fmla="*/ 2311400 w 2514600"/>
              <a:gd name="connsiteY3" fmla="*/ 2032000 h 2032000"/>
              <a:gd name="connisteX4" fmla="*/ 203200 w 2514600"/>
              <a:gd name="connsiteY4" fmla="*/ 2032000 h 2032000"/>
              <a:gd name="connisteX5" fmla="*/ 0 w 2514600"/>
              <a:gd name="connsiteY5" fmla="*/ 1828800 h 2032000"/>
              <a:gd name="connisteX6" fmla="*/ 0 w 2514600"/>
              <a:gd name="connsiteY6" fmla="*/ 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2514600" h="2032000">
                <a:moveTo>
                  <a:pt x="0" y="0"/>
                </a:moveTo>
                <a:lnTo>
                  <a:pt x="2514600" y="0"/>
                </a:lnTo>
                <a:lnTo>
                  <a:pt x="2514600" y="1828800"/>
                </a:lnTo>
                <a:cubicBezTo>
                  <a:pt x="2514600" y="1941024"/>
                  <a:pt x="2423624" y="2032000"/>
                  <a:pt x="2311400" y="2032000"/>
                </a:cubicBezTo>
                <a:lnTo>
                  <a:pt x="203200" y="2032000"/>
                </a:lnTo>
                <a:cubicBezTo>
                  <a:pt x="90976" y="2032000"/>
                  <a:pt x="0" y="1941024"/>
                  <a:pt x="0" y="1828800"/>
                </a:cubicBez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17" name="文本占位符 16"/>
          <p:cNvSpPr>
            <a:spLocks noGrp="1"/>
          </p:cNvSpPr>
          <p:nvPr>
            <p:ph type="body" idx="16392"/>
            <p:custDataLst>
              <p:tags r:id="rId20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zh-CN" altLang="en-US"/>
              <a:t>产品高值化</a:t>
            </a:r>
            <a:endParaRPr lang="zh-CN" altLang="en-US"/>
          </a:p>
        </p:txBody>
      </p:sp>
      <p:sp>
        <p:nvSpPr>
          <p:cNvPr id="18" name="文本占位符 17"/>
          <p:cNvSpPr>
            <a:spLocks noGrp="1"/>
          </p:cNvSpPr>
          <p:nvPr>
            <p:ph type="body" idx="16393"/>
            <p:custDataLst>
              <p:tags r:id="rId21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25000"/>
              </a:lnSpc>
            </a:pPr>
            <a:r>
              <a:rPr lang="zh-CN" altLang="en-US"/>
              <a:t>注重产品高值化，开发高纯度、高附加值的CO₂产品，拓展其应用领域，实现产业可持续发展[1][3][7]。</a:t>
            </a:r>
            <a:endParaRPr lang="zh-CN" altLang="en-US"/>
          </a:p>
        </p:txBody>
      </p:sp>
    </p:spTree>
    <p:custDataLst>
      <p:tags r:id="rId22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5"/>
          <p:cNvSpPr>
            <a:spLocks noGrp="1"/>
          </p:cNvSpPr>
          <p:nvPr>
            <p:ph type="title" idx="16385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工艺路线选择与论证</a:t>
            </a:r>
            <a:endParaRPr lang="zh-CN" altLang="en-US"/>
          </a:p>
        </p:txBody>
      </p:sp>
      <p:sp>
        <p:nvSpPr>
          <p:cNvPr id="3" name="文本占位符 7"/>
          <p:cNvSpPr>
            <a:spLocks noGrp="1"/>
          </p:cNvSpPr>
          <p:nvPr>
            <p:ph type="body" idx="16386"/>
            <p:custDataLst>
              <p:tags r:id="rId2"/>
            </p:custDataLst>
          </p:nvPr>
        </p:nvSpPr>
        <p:spPr/>
        <p:txBody>
          <a:bodyPr/>
          <a:p>
            <a:r>
              <a:rPr lang="en-US" altLang="en-US"/>
              <a:t>03</a:t>
            </a:r>
            <a:endParaRPr lang="en-US" altLang="en-US"/>
          </a:p>
        </p:txBody>
      </p:sp>
    </p:spTree>
    <p:custDataLst>
      <p:tags r:id="rId3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zh-CN" altLang="en-US"/>
              <a:t>工艺路线对比分析</a:t>
            </a:r>
            <a:endParaRPr lang="zh-CN" altLang="en-US"/>
          </a:p>
        </p:txBody>
      </p:sp>
      <p:sp>
        <p:nvSpPr>
          <p:cNvPr id="3" name="装饰  9"/>
          <p:cNvSpPr>
            <a:spLocks noGrp="1"/>
          </p:cNvSpPr>
          <p:nvPr>
            <p:ph type="body" idx="16392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idx="16386"/>
            <p:custDataLst>
              <p:tags r:id="rId3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zh-CN" altLang="en-US"/>
              <a:t>吸附法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idx="16387"/>
            <p:custDataLst>
              <p:tags r:id="rId4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25000"/>
              </a:lnSpc>
            </a:pPr>
            <a:r>
              <a:rPr lang="zh-CN" altLang="en-US"/>
              <a:t>优点：固体胺吸附材料通过表面改性可使吸附容量大幅提升；缺点：材料稳定性待提升，部分技术处于实验室阶段。</a:t>
            </a:r>
            <a:endParaRPr lang="zh-CN" altLang="en-US"/>
          </a:p>
        </p:txBody>
      </p:sp>
      <p:sp>
        <p:nvSpPr>
          <p:cNvPr id="6" name="装饰  2"/>
          <p:cNvSpPr>
            <a:spLocks noGrp="1"/>
          </p:cNvSpPr>
          <p:nvPr>
            <p:ph type="body" idx="16393"/>
            <p:custDataLst>
              <p:tags r:id="rId5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6388"/>
            <p:custDataLst>
              <p:tags r:id="rId6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zh-CN" altLang="en-US"/>
              <a:t>化学吸收法</a:t>
            </a:r>
            <a:endParaRPr lang="zh-CN" alt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idx="16389"/>
            <p:custDataLst>
              <p:tags r:id="rId7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25000"/>
              </a:lnSpc>
            </a:pPr>
            <a:r>
              <a:rPr lang="zh-CN" altLang="en-US"/>
              <a:t>优点：多段净化工艺通过催化燃烧和KOH沉淀可实现CO₂回收率92%；天然气制氢装置中解吸气VPSA脱碳和变换气MDEA脱碳能耗低、投资少。</a:t>
            </a:r>
            <a:endParaRPr lang="zh-CN" altLang="en-US"/>
          </a:p>
        </p:txBody>
      </p:sp>
      <p:sp>
        <p:nvSpPr>
          <p:cNvPr id="9" name="装饰  7"/>
          <p:cNvSpPr>
            <a:spLocks noGrp="1"/>
          </p:cNvSpPr>
          <p:nvPr>
            <p:ph type="body" idx="16394"/>
            <p:custDataLst>
              <p:tags r:id="rId8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idx="16390"/>
            <p:custDataLst>
              <p:tags r:id="rId9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zh-CN" altLang="en-US"/>
              <a:t>膜分离法</a:t>
            </a:r>
            <a:endParaRPr lang="zh-CN" altLang="en-US"/>
          </a:p>
        </p:txBody>
      </p:sp>
      <p:sp>
        <p:nvSpPr>
          <p:cNvPr id="11" name="文本占位符 10"/>
          <p:cNvSpPr>
            <a:spLocks noGrp="1"/>
          </p:cNvSpPr>
          <p:nvPr>
            <p:ph type="body" idx="16391"/>
            <p:custDataLst>
              <p:tags r:id="rId10"/>
            </p:custDataLst>
          </p:nvPr>
        </p:nvSpPr>
        <p:spPr/>
        <p:txBody>
          <a:bodyPr>
            <a:normAutofit lnSpcReduction="20000"/>
          </a:bodyPr>
          <a:p>
            <a:pPr algn="l">
              <a:lnSpc>
                <a:spcPct val="125000"/>
              </a:lnSpc>
            </a:pPr>
            <a:r>
              <a:rPr lang="zh-CN" altLang="en-US"/>
              <a:t>优点：国外采用Pd基和SAPO-34膜组成的三级膜分离系统，CO₂纯度可达96%、回收率超90%；针对生物氢气纯化开发的CO₂选择性纳米复合膜工艺可实现CO₂副产品捕集；缺点：膜材料稳定性问题导致部分成果未大规模工业化，国内尚处实验室阶段。</a:t>
            </a:r>
            <a:endParaRPr lang="zh-CN" altLang="en-US"/>
          </a:p>
        </p:txBody>
      </p:sp>
    </p:spTree>
    <p:custDataLst>
      <p:tags r:id="rId11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zh-CN" altLang="en-US"/>
              <a:t>工艺流程图说明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6386"/>
            <p:custDataLst>
              <p:tags r:id="rId2"/>
            </p:custDataLst>
          </p:nvPr>
        </p:nvSpPr>
        <p:spPr>
          <a:xfrm>
            <a:off x="609600" y="1778000"/>
            <a:ext cx="76200" cy="76200"/>
          </a:xfrm>
        </p:spPr>
        <p:txBody>
          <a:bodyPr>
            <a:normAutofit fontScale="25000"/>
          </a:bodyPr>
          <a:p>
            <a:pPr algn="l">
              <a:lnSpc>
                <a:spcPct val="111000"/>
              </a:lnSpc>
            </a:pPr>
            <a:r>
              <a:rPr lang="en-US" altLang="zh-CN"/>
              <a:t>  </a:t>
            </a:r>
            <a:endParaRPr lang="en-US" altLang="zh-CN"/>
          </a:p>
        </p:txBody>
      </p:sp>
      <p:sp>
        <p:nvSpPr>
          <p:cNvPr id="4" name="文本占位符 3"/>
          <p:cNvSpPr>
            <a:spLocks noGrp="1"/>
          </p:cNvSpPr>
          <p:nvPr>
            <p:ph type="body" idx="16387"/>
            <p:custDataLst>
              <p:tags r:id="rId3"/>
            </p:custDataLst>
          </p:nvPr>
        </p:nvSpPr>
        <p:spPr>
          <a:xfrm>
            <a:off x="609600" y="2336800"/>
            <a:ext cx="338455" cy="550545"/>
          </a:xfrm>
        </p:spPr>
        <p:txBody>
          <a:bodyPr>
            <a:normAutofit/>
          </a:bodyPr>
          <a:p>
            <a:pPr algn="l">
              <a:lnSpc>
                <a:spcPct val="125000"/>
              </a:lnSpc>
            </a:pPr>
            <a:r>
              <a:rPr lang="en-US" altLang="zh-CN"/>
              <a:t>  </a:t>
            </a:r>
            <a:endParaRPr lang="en-US" altLang="zh-CN"/>
          </a:p>
        </p:txBody>
      </p:sp>
      <p:sp>
        <p:nvSpPr>
          <p:cNvPr id="5" name="文本占位符 4"/>
          <p:cNvSpPr>
            <a:spLocks noGrp="1"/>
          </p:cNvSpPr>
          <p:nvPr>
            <p:ph type="body" idx="16388"/>
            <p:custDataLst>
              <p:tags r:id="rId4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zh-CN" altLang="en-US"/>
              <a:t>干燥与提纯阶段</a:t>
            </a:r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idx="16389"/>
            <p:custDataLst>
              <p:tags r:id="rId5"/>
            </p:custDataLst>
          </p:nvPr>
        </p:nvSpPr>
        <p:spPr>
          <a:xfrm>
            <a:off x="4470400" y="2336800"/>
            <a:ext cx="3251200" cy="3657600"/>
          </a:xfrm>
        </p:spPr>
        <p:txBody>
          <a:bodyPr>
            <a:noAutofit/>
          </a:bodyPr>
          <a:p>
            <a:pPr algn="l">
              <a:lnSpc>
                <a:spcPct val="125000"/>
              </a:lnSpc>
            </a:pPr>
            <a:r>
              <a:rPr lang="en-US" altLang="zh-CN" sz="1200"/>
              <a:t>1.</a:t>
            </a:r>
            <a:r>
              <a:rPr lang="zh-CN" altLang="en-US" sz="1200"/>
              <a:t>含</a:t>
            </a:r>
            <a:r>
              <a:rPr lang="en-US" altLang="zh-CN" sz="1200"/>
              <a:t>CO</a:t>
            </a:r>
            <a:r>
              <a:rPr lang="en-US" altLang="en-US" sz="1200"/>
              <a:t>₂</a:t>
            </a:r>
            <a:r>
              <a:rPr lang="zh-CN" altLang="en-US" sz="1200"/>
              <a:t>的混合气体（如工业尾气、烟道气等）气体先进入两台并联的分子筛干燥塔（左侧双塔结构），一塔进行吸附脱水，另一塔进行再生，实现连续运行。干燥后的气体经冷却器</a:t>
            </a:r>
            <a:r>
              <a:rPr lang="en-US" altLang="zh-CN" sz="1200"/>
              <a:t>/</a:t>
            </a:r>
            <a:r>
              <a:rPr lang="zh-CN" altLang="en-US" sz="1200"/>
              <a:t>换热器进一步降温，去除残余水分，防止后续设备结冰或吸附剂中毒。</a:t>
            </a:r>
            <a:endParaRPr lang="zh-CN" altLang="en-US" sz="1200"/>
          </a:p>
          <a:p>
            <a:pPr algn="l">
              <a:lnSpc>
                <a:spcPct val="125000"/>
              </a:lnSpc>
            </a:pPr>
            <a:r>
              <a:rPr lang="en-US" altLang="zh-CN" sz="1200"/>
              <a:t> </a:t>
            </a:r>
            <a:r>
              <a:rPr lang="zh-CN" altLang="en-US" sz="1200"/>
              <a:t>杂质脱除：通过变温吸附器</a:t>
            </a:r>
            <a:r>
              <a:rPr lang="en-US" altLang="zh-CN" sz="1200"/>
              <a:t>/</a:t>
            </a:r>
            <a:r>
              <a:rPr lang="zh-CN" altLang="en-US" sz="1200"/>
              <a:t>预处理塔脱除微量酸性气体（如</a:t>
            </a:r>
            <a:r>
              <a:rPr lang="en-US" altLang="zh-CN" sz="1200"/>
              <a:t>SO</a:t>
            </a:r>
            <a:r>
              <a:rPr lang="en-US" altLang="en-US" sz="1200"/>
              <a:t>₂</a:t>
            </a:r>
            <a:r>
              <a:rPr lang="zh-CN" altLang="en-US" sz="1200"/>
              <a:t>、</a:t>
            </a:r>
            <a:r>
              <a:rPr lang="en-US" altLang="zh-CN" sz="1200"/>
              <a:t>NO</a:t>
            </a:r>
            <a:r>
              <a:rPr lang="en-US" altLang="en-US" sz="1200"/>
              <a:t>ₓ</a:t>
            </a:r>
            <a:r>
              <a:rPr lang="zh-CN" altLang="en-US" sz="1200"/>
              <a:t>）、有机物等杂质，为后续提纯做准备。</a:t>
            </a:r>
            <a:endParaRPr lang="zh-CN" altLang="en-US" sz="1200"/>
          </a:p>
          <a:p>
            <a:pPr algn="l">
              <a:lnSpc>
                <a:spcPct val="125000"/>
              </a:lnSpc>
            </a:pPr>
            <a:endParaRPr lang="en-US" altLang="zh-CN" sz="1200"/>
          </a:p>
          <a:p>
            <a:pPr algn="l">
              <a:lnSpc>
                <a:spcPct val="125000"/>
              </a:lnSpc>
            </a:pPr>
            <a:r>
              <a:rPr lang="en-US" altLang="zh-CN" sz="1200"/>
              <a:t>2. CO</a:t>
            </a:r>
            <a:r>
              <a:rPr lang="en-US" altLang="en-US" sz="1200"/>
              <a:t>₂</a:t>
            </a:r>
            <a:r>
              <a:rPr lang="zh-CN" altLang="en-US" sz="1200"/>
              <a:t>吸附提纯阶段</a:t>
            </a:r>
            <a:endParaRPr lang="zh-CN" altLang="en-US" sz="1200"/>
          </a:p>
          <a:p>
            <a:pPr algn="l">
              <a:lnSpc>
                <a:spcPct val="125000"/>
              </a:lnSpc>
            </a:pPr>
            <a:r>
              <a:rPr lang="en-US" altLang="zh-CN" sz="1200"/>
              <a:t> </a:t>
            </a:r>
            <a:r>
              <a:rPr lang="zh-CN" altLang="en-US" sz="1200"/>
              <a:t>干燥净化后的气体进入右侧的</a:t>
            </a:r>
            <a:r>
              <a:rPr lang="en-US" altLang="zh-CN" sz="1200"/>
              <a:t>CO</a:t>
            </a:r>
            <a:r>
              <a:rPr lang="en-US" altLang="en-US" sz="1200"/>
              <a:t>₂</a:t>
            </a:r>
            <a:r>
              <a:rPr lang="zh-CN" altLang="en-US" sz="1200"/>
              <a:t>吸附塔（变压吸附</a:t>
            </a:r>
            <a:r>
              <a:rPr lang="en-US" altLang="zh-CN" sz="1200"/>
              <a:t>PSA</a:t>
            </a:r>
            <a:r>
              <a:rPr lang="zh-CN" altLang="en-US" sz="1200"/>
              <a:t>塔或精馏塔），塔内装填选择性吸附剂（如活性炭、沸石分子筛），优先吸附</a:t>
            </a:r>
            <a:r>
              <a:rPr lang="en-US" altLang="zh-CN" sz="1200"/>
              <a:t>CO</a:t>
            </a:r>
            <a:r>
              <a:rPr lang="en-US" altLang="en-US" sz="1200"/>
              <a:t>₂</a:t>
            </a:r>
            <a:r>
              <a:rPr lang="zh-CN" altLang="en-US" sz="1200"/>
              <a:t>，让</a:t>
            </a:r>
            <a:r>
              <a:rPr lang="en-US" altLang="zh-CN" sz="1200"/>
              <a:t>N</a:t>
            </a:r>
            <a:r>
              <a:rPr lang="en-US" altLang="en-US" sz="1200"/>
              <a:t>₂</a:t>
            </a:r>
            <a:r>
              <a:rPr lang="zh-CN" altLang="en-US" sz="1200"/>
              <a:t>、</a:t>
            </a:r>
            <a:r>
              <a:rPr lang="en-US" altLang="zh-CN" sz="1200"/>
              <a:t>H</a:t>
            </a:r>
            <a:r>
              <a:rPr lang="en-US" altLang="en-US" sz="1200"/>
              <a:t>₂</a:t>
            </a:r>
            <a:r>
              <a:rPr lang="zh-CN" altLang="en-US" sz="1200"/>
              <a:t>、</a:t>
            </a:r>
            <a:r>
              <a:rPr lang="en-US" altLang="zh-CN" sz="1200"/>
              <a:t>CH</a:t>
            </a:r>
            <a:r>
              <a:rPr lang="en-US" altLang="en-US" sz="1200"/>
              <a:t>₄</a:t>
            </a:r>
            <a:r>
              <a:rPr lang="zh-CN" altLang="en-US" sz="1200"/>
              <a:t>等杂质气从塔顶排出（放空或回收）。吸附饱和后，通过降压</a:t>
            </a:r>
            <a:r>
              <a:rPr lang="en-US" altLang="zh-CN" sz="1200"/>
              <a:t>/</a:t>
            </a:r>
            <a:r>
              <a:rPr lang="zh-CN" altLang="en-US" sz="1200"/>
              <a:t>抽真空解吸，得到高浓度</a:t>
            </a:r>
            <a:r>
              <a:rPr lang="en-US" altLang="zh-CN" sz="1200"/>
              <a:t>CO</a:t>
            </a:r>
            <a:r>
              <a:rPr lang="en-US" altLang="en-US" sz="1200"/>
              <a:t>₂</a:t>
            </a:r>
            <a:r>
              <a:rPr lang="zh-CN" altLang="en-US" sz="1200"/>
              <a:t>产品气。</a:t>
            </a:r>
            <a:endParaRPr lang="zh-CN" altLang="en-US" sz="1200"/>
          </a:p>
          <a:p>
            <a:pPr algn="l">
              <a:lnSpc>
                <a:spcPct val="125000"/>
              </a:lnSpc>
            </a:pPr>
            <a:endParaRPr lang="zh-CN" altLang="en-US" sz="1200"/>
          </a:p>
        </p:txBody>
      </p:sp>
      <p:sp>
        <p:nvSpPr>
          <p:cNvPr id="7" name="文本占位符 6"/>
          <p:cNvSpPr>
            <a:spLocks noGrp="1"/>
          </p:cNvSpPr>
          <p:nvPr>
            <p:ph type="body" idx="16390"/>
            <p:custDataLst>
              <p:tags r:id="rId6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zh-CN" altLang="en-US"/>
              <a:t>辅助系统与循环</a:t>
            </a:r>
            <a:endParaRPr lang="zh-CN" alt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idx="16391"/>
            <p:custDataLst>
              <p:tags r:id="rId7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25000"/>
              </a:lnSpc>
            </a:pPr>
            <a:r>
              <a:rPr lang="zh-CN" altLang="en-US" sz="1200">
                <a:sym typeface="+mn-ea"/>
              </a:rPr>
              <a:t>再生系统：干燥塔和吸附塔的再生需要加热器提供热量，解吸后的气体经冷却器和气液分离器回收水分后，可返回原料气入口循环利用。</a:t>
            </a:r>
            <a:endParaRPr lang="zh-CN" altLang="en-US" sz="1200">
              <a:sym typeface="+mn-ea"/>
            </a:endParaRPr>
          </a:p>
          <a:p>
            <a:pPr algn="l">
              <a:lnSpc>
                <a:spcPct val="125000"/>
              </a:lnSpc>
            </a:pPr>
            <a:r>
              <a:rPr lang="zh-CN" altLang="en-US" sz="1200">
                <a:sym typeface="+mn-ea"/>
              </a:rPr>
              <a:t>控制与输送：整套流程通过阀门组、泵、压缩机实现连续操作，保证稳定产出高纯度</a:t>
            </a:r>
            <a:r>
              <a:rPr lang="en-US" altLang="zh-CN" sz="1200">
                <a:sym typeface="+mn-ea"/>
              </a:rPr>
              <a:t>CO</a:t>
            </a:r>
            <a:r>
              <a:rPr lang="en-US" altLang="en-US" sz="1200">
                <a:sym typeface="+mn-ea"/>
              </a:rPr>
              <a:t>₂</a:t>
            </a:r>
            <a:r>
              <a:rPr lang="zh-CN" altLang="en-US" sz="1200">
                <a:sym typeface="+mn-ea"/>
              </a:rPr>
              <a:t>。</a:t>
            </a:r>
            <a:endParaRPr lang="zh-CN" altLang="en-US" sz="1200">
              <a:sym typeface="+mn-ea"/>
            </a:endParaRPr>
          </a:p>
          <a:p>
            <a:pPr algn="l">
              <a:lnSpc>
                <a:spcPct val="125000"/>
              </a:lnSpc>
            </a:pPr>
            <a:endParaRPr lang="zh-CN" altLang="en-US" sz="1200">
              <a:sym typeface="+mn-ea"/>
            </a:endParaRPr>
          </a:p>
          <a:p>
            <a:pPr algn="l">
              <a:lnSpc>
                <a:spcPct val="125000"/>
              </a:lnSpc>
            </a:pPr>
            <a:r>
              <a:rPr lang="zh-CN" altLang="en-US" sz="1200">
                <a:sym typeface="+mn-ea"/>
              </a:rPr>
              <a:t>产品气处理：</a:t>
            </a:r>
            <a:endParaRPr lang="zh-CN" altLang="en-US" sz="1200"/>
          </a:p>
          <a:p>
            <a:pPr algn="l">
              <a:lnSpc>
                <a:spcPct val="125000"/>
              </a:lnSpc>
            </a:pPr>
            <a:r>
              <a:rPr lang="zh-CN" altLang="en-US" sz="1200">
                <a:sym typeface="+mn-ea"/>
              </a:rPr>
              <a:t>解吸得到的高纯度</a:t>
            </a:r>
            <a:r>
              <a:rPr lang="en-US" altLang="zh-CN" sz="1200">
                <a:sym typeface="+mn-ea"/>
              </a:rPr>
              <a:t>CO</a:t>
            </a:r>
            <a:r>
              <a:rPr lang="en-US" altLang="en-US" sz="1200">
                <a:sym typeface="+mn-ea"/>
              </a:rPr>
              <a:t>₂</a:t>
            </a:r>
            <a:r>
              <a:rPr lang="zh-CN" altLang="en-US" sz="1200">
                <a:sym typeface="+mn-ea"/>
              </a:rPr>
              <a:t>经冷却器降温后，进入缓冲罐暂存，再通过压缩机</a:t>
            </a:r>
            <a:r>
              <a:rPr lang="en-US" altLang="zh-CN" sz="1200">
                <a:sym typeface="+mn-ea"/>
              </a:rPr>
              <a:t>/</a:t>
            </a:r>
            <a:r>
              <a:rPr lang="zh-CN" altLang="en-US" sz="1200">
                <a:sym typeface="+mn-ea"/>
              </a:rPr>
              <a:t>泵加压输送至下游工序（如液化、封存或再利用）。</a:t>
            </a:r>
            <a:endParaRPr lang="zh-CN" altLang="en-US" sz="1200"/>
          </a:p>
          <a:p>
            <a:pPr algn="l">
              <a:lnSpc>
                <a:spcPct val="125000"/>
              </a:lnSpc>
            </a:pPr>
            <a:endParaRPr lang="zh-CN" altLang="en-US" sz="1200"/>
          </a:p>
        </p:txBody>
      </p:sp>
      <p:pic>
        <p:nvPicPr>
          <p:cNvPr id="9" name="图片 8" descr="C:/Users/User/Desktop/311975a91d2f2afc60a9516bf56c6dd5.png311975a91d2f2afc60a9516bf56c6dd5"/>
          <p:cNvPicPr>
            <a:picLocks noChangeAspect="1"/>
          </p:cNvPicPr>
          <p:nvPr/>
        </p:nvPicPr>
        <p:blipFill>
          <a:blip r:embed="rId8"/>
          <a:srcRect t="1305" r="3343" b="594"/>
          <a:stretch>
            <a:fillRect/>
          </a:stretch>
        </p:blipFill>
        <p:spPr>
          <a:xfrm>
            <a:off x="292735" y="1295400"/>
            <a:ext cx="3855085" cy="4912360"/>
          </a:xfrm>
          <a:prstGeom prst="rect">
            <a:avLst/>
          </a:prstGeom>
        </p:spPr>
      </p:pic>
    </p:spTree>
    <p:custDataLst>
      <p:tags r:id="rId9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5"/>
          <p:cNvSpPr>
            <a:spLocks noGrp="1"/>
          </p:cNvSpPr>
          <p:nvPr>
            <p:ph type="title" idx="16385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主体设备计算与选型</a:t>
            </a:r>
            <a:endParaRPr lang="zh-CN" altLang="en-US"/>
          </a:p>
        </p:txBody>
      </p:sp>
      <p:sp>
        <p:nvSpPr>
          <p:cNvPr id="3" name="文本占位符 7"/>
          <p:cNvSpPr>
            <a:spLocks noGrp="1"/>
          </p:cNvSpPr>
          <p:nvPr>
            <p:ph type="body" idx="16386"/>
            <p:custDataLst>
              <p:tags r:id="rId2"/>
            </p:custDataLst>
          </p:nvPr>
        </p:nvSpPr>
        <p:spPr/>
        <p:txBody>
          <a:bodyPr/>
          <a:p>
            <a:r>
              <a:rPr lang="en-US" altLang="en-US"/>
              <a:t>04</a:t>
            </a:r>
            <a:endParaRPr lang="en-US" altLang="en-US"/>
          </a:p>
        </p:txBody>
      </p:sp>
    </p:spTree>
    <p:custDataLst>
      <p:tags r:id="rId3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zh-CN" altLang="en-US"/>
              <a:t>脱硫塔与吸收塔的计算与选型</a:t>
            </a:r>
            <a:endParaRPr lang="zh-CN" altLang="en-US"/>
          </a:p>
        </p:txBody>
      </p:sp>
      <p:sp>
        <p:nvSpPr>
          <p:cNvPr id="3" name="装饰  9"/>
          <p:cNvSpPr>
            <a:spLocks noGrp="1"/>
          </p:cNvSpPr>
          <p:nvPr>
            <p:ph type="body" idx="16395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idx="16388"/>
            <p:custDataLst>
              <p:tags r:id="rId3"/>
            </p:custDataLst>
          </p:nvPr>
        </p:nvSpPr>
        <p:spPr/>
        <p:txBody>
          <a:bodyPr/>
          <a:p>
            <a:pPr algn="ctr">
              <a:lnSpc>
                <a:spcPct val="109000"/>
              </a:lnSpc>
            </a:pPr>
            <a:r>
              <a:rPr lang="zh-CN" altLang="en-US"/>
              <a:t>01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idx="16386"/>
            <p:custDataLst>
              <p:tags r:id="rId4"/>
            </p:custDataLst>
          </p:nvPr>
        </p:nvSpPr>
        <p:spPr/>
        <p:txBody>
          <a:bodyPr>
            <a:normAutofit/>
          </a:bodyPr>
          <a:p>
            <a:pPr algn="ctr">
              <a:lnSpc>
                <a:spcPct val="111000"/>
              </a:lnSpc>
            </a:pPr>
            <a:r>
              <a:rPr lang="zh-CN" altLang="en-US"/>
              <a:t>脱硫塔参数计算</a:t>
            </a:r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idx="16387"/>
            <p:custDataLst>
              <p:tags r:id="rId5"/>
            </p:custDataLst>
          </p:nvPr>
        </p:nvSpPr>
        <p:spPr/>
        <p:txBody>
          <a:bodyPr>
            <a:normAutofit/>
          </a:bodyPr>
          <a:p>
            <a:pPr algn="ctr">
              <a:lnSpc>
                <a:spcPct val="125000"/>
              </a:lnSpc>
            </a:pPr>
            <a:r>
              <a:rPr lang="zh-CN" altLang="en-US"/>
              <a:t>针对原料气中硫化物含量，基于脱硫效率要求（如脱硫后硫含量≤50ppm），计算空塔气速、液气比及填料层高度，选用耐腐蚀填料（如聚丙烯鲍尔环），确保脱硫效果满足后续精制工段要求。</a:t>
            </a:r>
            <a:endParaRPr lang="zh-CN" altLang="en-US"/>
          </a:p>
        </p:txBody>
      </p:sp>
      <p:sp>
        <p:nvSpPr>
          <p:cNvPr id="7" name="装饰  4"/>
          <p:cNvSpPr>
            <a:spLocks noGrp="1"/>
          </p:cNvSpPr>
          <p:nvPr>
            <p:ph type="body" idx="16396"/>
            <p:custDataLst>
              <p:tags r:id="rId6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idx="16391"/>
            <p:custDataLst>
              <p:tags r:id="rId7"/>
            </p:custDataLst>
          </p:nvPr>
        </p:nvSpPr>
        <p:spPr/>
        <p:txBody>
          <a:bodyPr/>
          <a:p>
            <a:pPr algn="ctr">
              <a:lnSpc>
                <a:spcPct val="109000"/>
              </a:lnSpc>
            </a:pPr>
            <a:r>
              <a:rPr lang="zh-CN" altLang="en-US"/>
              <a:t>02</a:t>
            </a:r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idx="16389"/>
            <p:custDataLst>
              <p:tags r:id="rId8"/>
            </p:custDataLst>
          </p:nvPr>
        </p:nvSpPr>
        <p:spPr/>
        <p:txBody>
          <a:bodyPr>
            <a:normAutofit/>
          </a:bodyPr>
          <a:p>
            <a:pPr algn="ctr">
              <a:lnSpc>
                <a:spcPct val="111000"/>
              </a:lnSpc>
            </a:pPr>
            <a:r>
              <a:rPr lang="zh-CN" altLang="en-US"/>
              <a:t>吸收塔工艺计算</a:t>
            </a:r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idx="16390"/>
            <p:custDataLst>
              <p:tags r:id="rId9"/>
            </p:custDataLst>
          </p:nvPr>
        </p:nvSpPr>
        <p:spPr/>
        <p:txBody>
          <a:bodyPr>
            <a:normAutofit/>
          </a:bodyPr>
          <a:p>
            <a:pPr algn="ctr">
              <a:lnSpc>
                <a:spcPct val="125000"/>
              </a:lnSpc>
            </a:pPr>
            <a:r>
              <a:rPr lang="zh-CN" altLang="en-US"/>
              <a:t>以醇胺溶剂吸收CO₂为核心，根据相平衡数据与传质速率方程，计算吸收塔塔径（基于气体处理量与空塔气速）、填料高度（依据传质单元数与传质单元高度），保证CO₂吸收率达到设计指标（如≥95%）。</a:t>
            </a:r>
            <a:endParaRPr lang="zh-CN" altLang="en-US"/>
          </a:p>
        </p:txBody>
      </p:sp>
      <p:sp>
        <p:nvSpPr>
          <p:cNvPr id="11" name="装饰  9"/>
          <p:cNvSpPr>
            <a:spLocks noGrp="1"/>
          </p:cNvSpPr>
          <p:nvPr>
            <p:ph type="body" idx="16397"/>
            <p:custDataLst>
              <p:tags r:id="rId10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2" name="文本占位符 11"/>
          <p:cNvSpPr>
            <a:spLocks noGrp="1"/>
          </p:cNvSpPr>
          <p:nvPr>
            <p:ph type="body" idx="16394"/>
            <p:custDataLst>
              <p:tags r:id="rId11"/>
            </p:custDataLst>
          </p:nvPr>
        </p:nvSpPr>
        <p:spPr/>
        <p:txBody>
          <a:bodyPr/>
          <a:p>
            <a:pPr algn="ctr">
              <a:lnSpc>
                <a:spcPct val="109000"/>
              </a:lnSpc>
            </a:pPr>
            <a:r>
              <a:rPr lang="zh-CN" altLang="en-US"/>
              <a:t>03</a:t>
            </a:r>
            <a:endParaRPr lang="zh-CN" altLang="en-US"/>
          </a:p>
        </p:txBody>
      </p:sp>
      <p:sp>
        <p:nvSpPr>
          <p:cNvPr id="13" name="文本占位符 12"/>
          <p:cNvSpPr>
            <a:spLocks noGrp="1"/>
          </p:cNvSpPr>
          <p:nvPr>
            <p:ph type="body" idx="16392"/>
            <p:custDataLst>
              <p:tags r:id="rId12"/>
            </p:custDataLst>
          </p:nvPr>
        </p:nvSpPr>
        <p:spPr/>
        <p:txBody>
          <a:bodyPr>
            <a:normAutofit/>
          </a:bodyPr>
          <a:p>
            <a:pPr algn="ctr">
              <a:lnSpc>
                <a:spcPct val="111000"/>
              </a:lnSpc>
            </a:pPr>
            <a:r>
              <a:rPr lang="zh-CN" altLang="en-US"/>
              <a:t>设备选型依据</a:t>
            </a:r>
            <a:endParaRPr lang="zh-CN" altLang="en-US"/>
          </a:p>
        </p:txBody>
      </p:sp>
      <p:sp>
        <p:nvSpPr>
          <p:cNvPr id="14" name="文本占位符 13"/>
          <p:cNvSpPr>
            <a:spLocks noGrp="1"/>
          </p:cNvSpPr>
          <p:nvPr>
            <p:ph type="body" idx="16393"/>
            <p:custDataLst>
              <p:tags r:id="rId13"/>
            </p:custDataLst>
          </p:nvPr>
        </p:nvSpPr>
        <p:spPr/>
        <p:txBody>
          <a:bodyPr>
            <a:normAutofit/>
          </a:bodyPr>
          <a:p>
            <a:pPr algn="ctr">
              <a:lnSpc>
                <a:spcPct val="125000"/>
              </a:lnSpc>
            </a:pPr>
            <a:r>
              <a:rPr lang="zh-CN" altLang="en-US"/>
              <a:t>结合计算参数，参考《化工装置设备布置设计规定》，选择立式填料塔结构，材质选用不锈钢（如304或316L）以适应腐蚀性环境，配套液体分布器、再分布器等内件，确保气液接触充分、传质效率稳定。</a:t>
            </a:r>
            <a:endParaRPr lang="zh-CN" altLang="en-US"/>
          </a:p>
        </p:txBody>
      </p:sp>
    </p:spTree>
    <p:custDataLst>
      <p:tags r:id="rId14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zh-CN" altLang="en-US"/>
              <a:t>再生塔、再沸器与冷凝器的计算与选型</a:t>
            </a:r>
            <a:endParaRPr lang="zh-CN" altLang="en-US"/>
          </a:p>
        </p:txBody>
      </p:sp>
      <p:pic>
        <p:nvPicPr>
          <p:cNvPr id="3" name="内容占位符 2" descr="5c9911e6-21c0-11f1-92bc-72ac83e0eca5"/>
          <p:cNvPicPr>
            <a:picLocks noChangeAspect="1"/>
          </p:cNvPicPr>
          <p:nvPr>
            <p:ph idx="16392"/>
            <p:custDataLst>
              <p:tags r:id="rId2"/>
            </p:custDataLst>
          </p:nvPr>
        </p:nvPicPr>
        <p:blipFill>
          <a:blip r:embed="rId3"/>
          <a:srcRect t="25146" b="25146"/>
          <a:stretch>
            <a:fillRect/>
          </a:stretch>
        </p:blipFill>
        <p:spPr>
          <a:xfrm>
            <a:off x="609600" y="609600"/>
            <a:ext cx="10972800" cy="2032000"/>
          </a:xfrm>
          <a:custGeom>
            <a:avLst/>
            <a:gdLst>
              <a:gd name="connisteX0" fmla="*/ 0 w 10972800"/>
              <a:gd name="connsiteY0" fmla="*/ 203200 h 2032000"/>
              <a:gd name="connisteX1" fmla="*/ 203200 w 10972800"/>
              <a:gd name="connsiteY1" fmla="*/ 0 h 2032000"/>
              <a:gd name="connisteX2" fmla="*/ 10769600 w 10972800"/>
              <a:gd name="connsiteY2" fmla="*/ 0 h 2032000"/>
              <a:gd name="connisteX3" fmla="*/ 10972800 w 10972800"/>
              <a:gd name="connsiteY3" fmla="*/ 203200 h 2032000"/>
              <a:gd name="connisteX4" fmla="*/ 10972800 w 10972800"/>
              <a:gd name="connsiteY4" fmla="*/ 1828800 h 2032000"/>
              <a:gd name="connisteX5" fmla="*/ 10769600 w 10972800"/>
              <a:gd name="connsiteY5" fmla="*/ 2032000 h 2032000"/>
              <a:gd name="connisteX6" fmla="*/ 203200 w 10972800"/>
              <a:gd name="connsiteY6" fmla="*/ 2032000 h 2032000"/>
              <a:gd name="connisteX7" fmla="*/ 0 w 10972800"/>
              <a:gd name="connsiteY7" fmla="*/ 1828800 h 2032000"/>
              <a:gd name="connisteX8" fmla="*/ 0 w 10972800"/>
              <a:gd name="connsiteY8" fmla="*/ 20320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0972800" h="203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1828800"/>
                </a:lnTo>
                <a:cubicBezTo>
                  <a:pt x="10972800" y="1941024"/>
                  <a:pt x="10881824" y="2032000"/>
                  <a:pt x="10769600" y="2032000"/>
                </a:cubicBezTo>
                <a:lnTo>
                  <a:pt x="203200" y="2032000"/>
                </a:lnTo>
                <a:cubicBezTo>
                  <a:pt x="90976" y="2032000"/>
                  <a:pt x="0" y="1941024"/>
                  <a:pt x="0" y="1828800"/>
                </a:cubicBezTo>
                <a:lnTo>
                  <a:pt x="0" y="203200"/>
                </a:lnTo>
                <a:close/>
              </a:path>
            </a:pathLst>
          </a:custGeom>
        </p:spPr>
      </p:pic>
      <p:sp>
        <p:nvSpPr>
          <p:cNvPr id="4" name="文本占位符 3"/>
          <p:cNvSpPr>
            <a:spLocks noGrp="1"/>
          </p:cNvSpPr>
          <p:nvPr>
            <p:ph type="body" idx="16386"/>
            <p:custDataLst>
              <p:tags r:id="rId4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zh-CN" altLang="en-US"/>
              <a:t>再生塔工艺参数计算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idx="16387"/>
            <p:custDataLst>
              <p:tags r:id="rId5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25000"/>
              </a:lnSpc>
            </a:pPr>
            <a:r>
              <a:rPr lang="zh-CN" altLang="en-US" sz="1400"/>
              <a:t>基于富液解析要求（解析后CO₂纯度≥99%），计算再生塔理论塔板数、回流比及蒸汽消耗量，结合进料组成与温度，确定塔径与塔高，确保富液中CO₂充分解析。</a:t>
            </a:r>
            <a:endParaRPr lang="zh-CN" altLang="en-US" sz="1400"/>
          </a:p>
        </p:txBody>
      </p:sp>
      <p:sp>
        <p:nvSpPr>
          <p:cNvPr id="6" name="文本占位符 5"/>
          <p:cNvSpPr>
            <a:spLocks noGrp="1"/>
          </p:cNvSpPr>
          <p:nvPr>
            <p:ph type="body" idx="16388"/>
            <p:custDataLst>
              <p:tags r:id="rId6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zh-CN" altLang="en-US"/>
              <a:t>再沸器传热面积计算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6389"/>
            <p:custDataLst>
              <p:tags r:id="rId7"/>
            </p:custDataLst>
          </p:nvPr>
        </p:nvSpPr>
        <p:spPr/>
        <p:txBody>
          <a:bodyPr>
            <a:normAutofit lnSpcReduction="10000"/>
          </a:bodyPr>
          <a:p>
            <a:pPr algn="l">
              <a:lnSpc>
                <a:spcPct val="125000"/>
              </a:lnSpc>
            </a:pPr>
            <a:r>
              <a:rPr lang="zh-CN" altLang="en-US" sz="1400"/>
              <a:t>根据再生塔底部加热需求，通过热量衡算确定热负荷，选用饱和蒸汽作为加热介质，基于传热速率方程计算再沸器传热面积，选择立式热虹吸式再沸器，提高传热效率并减少占地面积。</a:t>
            </a:r>
            <a:endParaRPr lang="zh-CN" altLang="en-US" sz="1400"/>
          </a:p>
        </p:txBody>
      </p:sp>
      <p:sp>
        <p:nvSpPr>
          <p:cNvPr id="8" name="文本占位符 7"/>
          <p:cNvSpPr>
            <a:spLocks noGrp="1"/>
          </p:cNvSpPr>
          <p:nvPr>
            <p:ph type="body" idx="16390"/>
            <p:custDataLst>
              <p:tags r:id="rId8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zh-CN" altLang="en-US"/>
              <a:t>冷凝器型号选择</a:t>
            </a:r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idx="16391"/>
            <p:custDataLst>
              <p:tags r:id="rId9"/>
            </p:custDataLst>
          </p:nvPr>
        </p:nvSpPr>
        <p:spPr/>
        <p:txBody>
          <a:bodyPr>
            <a:normAutofit fontScale="90000"/>
          </a:bodyPr>
          <a:p>
            <a:pPr algn="l">
              <a:lnSpc>
                <a:spcPct val="125000"/>
              </a:lnSpc>
            </a:pPr>
            <a:r>
              <a:rPr lang="zh-CN" altLang="en-US"/>
              <a:t>针对再生塔顶气相冷凝需求，计算冷凝负荷与传热面积，选用管壳式冷凝器，冷却介质采用循环水，根据冷凝温度与压力选择合适的管材（如碳钢或不锈钢），确保气相冷凝完全并回收冷凝液。</a:t>
            </a:r>
            <a:endParaRPr lang="zh-CN" altLang="en-US"/>
          </a:p>
        </p:txBody>
      </p:sp>
    </p:spTree>
    <p:custDataLst>
      <p:tags r:id="rId10"/>
    </p:custData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zh-CN" altLang="en-US"/>
              <a:t>辅助设备的计算与选型</a:t>
            </a:r>
            <a:endParaRPr lang="zh-CN" altLang="en-US"/>
          </a:p>
        </p:txBody>
      </p:sp>
      <p:pic>
        <p:nvPicPr>
          <p:cNvPr id="13" name="图片占位符 12"/>
          <p:cNvPicPr/>
          <p:nvPr>
            <p:ph type="pic" idx="16392"/>
            <p:custDataLst>
              <p:tags r:id="rId2"/>
            </p:custDataLst>
          </p:nvPr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73200" y="1803400"/>
            <a:ext cx="1524000" cy="1524000"/>
          </a:xfrm>
          <a:prstGeom prst="rect">
            <a:avLst/>
          </a:prstGeom>
        </p:spPr>
      </p:pic>
      <p:sp>
        <p:nvSpPr>
          <p:cNvPr id="4" name="文本占位符 3"/>
          <p:cNvSpPr>
            <a:spLocks noGrp="1"/>
          </p:cNvSpPr>
          <p:nvPr>
            <p:ph type="body" idx="16386"/>
            <p:custDataLst>
              <p:tags r:id="rId5"/>
            </p:custDataLst>
          </p:nvPr>
        </p:nvSpPr>
        <p:spPr/>
        <p:txBody>
          <a:bodyPr>
            <a:normAutofit/>
          </a:bodyPr>
          <a:p>
            <a:pPr algn="ctr">
              <a:lnSpc>
                <a:spcPct val="111000"/>
              </a:lnSpc>
            </a:pPr>
            <a:r>
              <a:rPr lang="zh-CN" altLang="en-US"/>
              <a:t>泵的流量与扬程计算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idx="16387"/>
            <p:custDataLst>
              <p:tags r:id="rId6"/>
            </p:custDataLst>
          </p:nvPr>
        </p:nvSpPr>
        <p:spPr/>
        <p:txBody>
          <a:bodyPr>
            <a:normAutofit/>
          </a:bodyPr>
          <a:p>
            <a:pPr algn="ctr">
              <a:lnSpc>
                <a:spcPct val="125000"/>
              </a:lnSpc>
            </a:pPr>
            <a:r>
              <a:rPr lang="zh-CN" altLang="en-US"/>
              <a:t>根据各工段流体输送需求（如吸收塔富液输送、再生塔贫液循环），计算泵的体积流量（结合物料衡算结果），考虑管道阻力损失与设备安装高度，确定泵的扬程，确保流体输送稳定。</a:t>
            </a:r>
            <a:endParaRPr lang="zh-CN" altLang="en-US"/>
          </a:p>
        </p:txBody>
      </p:sp>
      <p:pic>
        <p:nvPicPr>
          <p:cNvPr id="12" name="图片占位符 11"/>
          <p:cNvPicPr/>
          <p:nvPr>
            <p:ph type="pic" idx="16393"/>
            <p:custDataLst>
              <p:tags r:id="rId7"/>
            </p:custDataLst>
          </p:nvPr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334000" y="1803400"/>
            <a:ext cx="1524000" cy="1524000"/>
          </a:xfrm>
          <a:prstGeom prst="rect">
            <a:avLst/>
          </a:prstGeom>
        </p:spPr>
      </p:pic>
      <p:sp>
        <p:nvSpPr>
          <p:cNvPr id="7" name="文本占位符 6"/>
          <p:cNvSpPr>
            <a:spLocks noGrp="1"/>
          </p:cNvSpPr>
          <p:nvPr>
            <p:ph type="body" idx="16388"/>
            <p:custDataLst>
              <p:tags r:id="rId10"/>
            </p:custDataLst>
          </p:nvPr>
        </p:nvSpPr>
        <p:spPr/>
        <p:txBody>
          <a:bodyPr>
            <a:normAutofit/>
          </a:bodyPr>
          <a:p>
            <a:pPr algn="ctr">
              <a:lnSpc>
                <a:spcPct val="111000"/>
              </a:lnSpc>
            </a:pPr>
            <a:r>
              <a:rPr lang="zh-CN" altLang="en-US"/>
              <a:t>泵的型号选择</a:t>
            </a:r>
            <a:endParaRPr lang="zh-CN" alt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idx="16389"/>
            <p:custDataLst>
              <p:tags r:id="rId11"/>
            </p:custDataLst>
          </p:nvPr>
        </p:nvSpPr>
        <p:spPr/>
        <p:txBody>
          <a:bodyPr>
            <a:normAutofit lnSpcReduction="10000"/>
          </a:bodyPr>
          <a:p>
            <a:pPr algn="ctr">
              <a:lnSpc>
                <a:spcPct val="125000"/>
              </a:lnSpc>
            </a:pPr>
            <a:r>
              <a:rPr lang="zh-CN" altLang="en-US"/>
              <a:t>依据计算的流量、扬程及流体性质（如醇胺溶液的腐蚀性），选择离心泵或容积式泵，优先选用高效节能型泵（如IS型离心泵或磁力驱动泵），并配备必要的调节装置（如出口阀门、压力表），保证系统运行安全可靠。</a:t>
            </a:r>
            <a:endParaRPr lang="zh-CN" altLang="en-US"/>
          </a:p>
        </p:txBody>
      </p:sp>
      <p:pic>
        <p:nvPicPr>
          <p:cNvPr id="14" name="图片占位符 13"/>
          <p:cNvPicPr/>
          <p:nvPr>
            <p:ph type="pic" idx="16394"/>
            <p:custDataLst>
              <p:tags r:id="rId12"/>
            </p:custDataLst>
          </p:nvPr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9194800" y="1803400"/>
            <a:ext cx="1524000" cy="1524000"/>
          </a:xfrm>
          <a:prstGeom prst="rect">
            <a:avLst/>
          </a:prstGeom>
        </p:spPr>
      </p:pic>
      <p:sp>
        <p:nvSpPr>
          <p:cNvPr id="10" name="文本占位符 9"/>
          <p:cNvSpPr>
            <a:spLocks noGrp="1"/>
          </p:cNvSpPr>
          <p:nvPr>
            <p:ph type="body" idx="16390"/>
            <p:custDataLst>
              <p:tags r:id="rId15"/>
            </p:custDataLst>
          </p:nvPr>
        </p:nvSpPr>
        <p:spPr/>
        <p:txBody>
          <a:bodyPr>
            <a:normAutofit/>
          </a:bodyPr>
          <a:p>
            <a:pPr algn="ctr">
              <a:lnSpc>
                <a:spcPct val="111000"/>
              </a:lnSpc>
            </a:pPr>
            <a:r>
              <a:rPr lang="zh-CN" altLang="en-US"/>
              <a:t>其他辅助设备选型</a:t>
            </a:r>
            <a:endParaRPr lang="zh-CN" altLang="en-US"/>
          </a:p>
        </p:txBody>
      </p:sp>
      <p:sp>
        <p:nvSpPr>
          <p:cNvPr id="11" name="文本占位符 10"/>
          <p:cNvSpPr>
            <a:spLocks noGrp="1"/>
          </p:cNvSpPr>
          <p:nvPr>
            <p:ph type="body" idx="16391"/>
            <p:custDataLst>
              <p:tags r:id="rId16"/>
            </p:custDataLst>
          </p:nvPr>
        </p:nvSpPr>
        <p:spPr/>
        <p:txBody>
          <a:bodyPr>
            <a:normAutofit/>
          </a:bodyPr>
          <a:p>
            <a:pPr algn="ctr">
              <a:lnSpc>
                <a:spcPct val="125000"/>
              </a:lnSpc>
            </a:pPr>
            <a:r>
              <a:rPr lang="zh-CN" altLang="en-US"/>
              <a:t>包括回流罐（根据冷凝器冷凝液量确定容积）、过滤器（去除原料气中固体杂质）、缓冲罐（稳定系统压力）等，选型依据工艺流量、压力及介质特性，参考行业标准设备参数，确保辅助系统与主体设备匹配。</a:t>
            </a:r>
            <a:endParaRPr lang="zh-CN" altLang="en-US"/>
          </a:p>
        </p:txBody>
      </p:sp>
    </p:spTree>
    <p:custDataLst>
      <p:tags r:id="rId17"/>
    </p:custData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ubtitle 7"/>
          <p:cNvSpPr>
            <a:spLocks noGrp="1"/>
          </p:cNvSpPr>
          <p:nvPr>
            <p:ph type="body" idx="16386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THE END</a:t>
            </a:r>
            <a:endParaRPr lang="zh-CN" altLang="en-US"/>
          </a:p>
        </p:txBody>
      </p:sp>
      <p:sp>
        <p:nvSpPr>
          <p:cNvPr id="3" name="标题 9"/>
          <p:cNvSpPr>
            <a:spLocks noGrp="1"/>
          </p:cNvSpPr>
          <p:nvPr>
            <p:ph type="ctrTitle" idx="16385"/>
            <p:custDataLst>
              <p:tags r:id="rId2"/>
            </p:custDataLst>
          </p:nvPr>
        </p:nvSpPr>
        <p:spPr/>
        <p:txBody>
          <a:bodyPr>
            <a:normAutofit fontScale="90000"/>
          </a:bodyPr>
          <a:p>
            <a:r>
              <a:rPr lang="zh-CN" altLang="en-US"/>
              <a:t>谢谢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761"/>
</p:tagLst>
</file>

<file path=ppt/tags/tag3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761"/>
</p:tagLst>
</file>

<file path=ppt/tags/tag3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761"/>
</p:tagLst>
</file>

<file path=ppt/tags/tag37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a719f859e2826219f3be7023cf9a7a87474edb32"/>
  <p:tag name="KSO_WM_NEWLAYOUT_GROUP_ID" val="layout_10012"/>
  <p:tag name="KSO_WM_NEWLAYOUT_ID" val="slide_ed19c0db6ed585c4"/>
</p:tagLst>
</file>

<file path=ppt/tags/tag38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3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4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4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4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4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4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4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761"/>
</p:tagLst>
</file>

<file path=ppt/tags/tag4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761"/>
</p:tagLst>
</file>

<file path=ppt/tags/tag4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761"/>
</p:tagLst>
</file>

<file path=ppt/tags/tag48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cdfc38ad12dcd632349e84dc0d58a902b0fe91c1"/>
  <p:tag name="KSO_WM_NEWLAYOUT_GROUP_ID" val="layout_39"/>
  <p:tag name="KSO_WM_NEWLAYOUT_ID" val="slide_865fe7baa74391ac"/>
</p:tagLst>
</file>

<file path=ppt/tags/tag49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50.xml><?xml version="1.0" encoding="utf-8"?>
<p:tagLst xmlns:p="http://schemas.openxmlformats.org/presentationml/2006/main">
  <p:tag name="KSO_WM_FIGMA_DECORATION_INDEX" val="1"/>
  <p:tag name="$PH_EXT" val="1"/>
  <p:tag name="KSO_WM_BEAUTIFY_FLAG" val="#fgm#"/>
  <p:tag name="KSO_WM_DIAGRAM_GROUP_CODE" val="1"/>
  <p:tag name="KSO_WM_FIGMA_FLAG" val="#fgm#"/>
  <p:tag name="KSO_WM_UNIT_INDEX" val="1_1_1"/>
  <p:tag name="KSO_WM_UNIT_TYPE" val="l_h_x"/>
</p:tagLst>
</file>

<file path=ppt/tags/tag5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5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53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54.xml><?xml version="1.0" encoding="utf-8"?>
<p:tagLst xmlns:p="http://schemas.openxmlformats.org/presentationml/2006/main">
  <p:tag name="KSO_WM_FIGMA_DECORATION_INDEX" val="2"/>
  <p:tag name="$PH_EXT" val="1"/>
  <p:tag name="KSO_WM_BEAUTIFY_FLAG" val="#fgm#"/>
  <p:tag name="KSO_WM_DIAGRAM_GROUP_CODE" val="1"/>
  <p:tag name="KSO_WM_FIGMA_FLAG" val="#fgm#"/>
  <p:tag name="KSO_WM_UNIT_INDEX" val="1_2_1"/>
  <p:tag name="KSO_WM_UNIT_TYPE" val="l_h_x"/>
</p:tagLst>
</file>

<file path=ppt/tags/tag5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5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57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</p:tagLst>
</file>

<file path=ppt/tags/tag58.xml><?xml version="1.0" encoding="utf-8"?>
<p:tagLst xmlns:p="http://schemas.openxmlformats.org/presentationml/2006/main">
  <p:tag name="KSO_WM_FIGMA_DECORATION_INDEX" val="3"/>
  <p:tag name="$PH_EXT" val="1"/>
  <p:tag name="KSO_WM_BEAUTIFY_FLAG" val="#fgm#"/>
  <p:tag name="KSO_WM_DIAGRAM_GROUP_CODE" val="1"/>
  <p:tag name="KSO_WM_FIGMA_FLAG" val="#fgm#"/>
  <p:tag name="KSO_WM_UNIT_INDEX" val="1_3_1"/>
  <p:tag name="KSO_WM_UNIT_TYPE" val="l_h_x"/>
</p:tagLst>
</file>

<file path=ppt/tags/tag5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6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6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761"/>
</p:tagLst>
</file>

<file path=ppt/tags/tag6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761"/>
</p:tagLst>
</file>

<file path=ppt/tags/tag6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761"/>
</p:tagLst>
</file>

<file path=ppt/tags/tag6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69911f356a25b2d97861c11e5522b620e4482c81"/>
  <p:tag name="KSO_WM_NEWLAYOUT_GROUP_ID" val="layout_6"/>
  <p:tag name="KSO_WM_NEWLAYOUT_ID" val="slide_acc7948a249ecb22"/>
</p:tagLst>
</file>

<file path=ppt/tags/tag65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66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6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6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69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7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7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72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1"/>
  <p:tag name="KSO_WM_UNIT_TYPE" val="l_h_i"/>
</p:tagLst>
</file>

<file path=ppt/tags/tag7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7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7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761"/>
</p:tagLst>
</file>

<file path=ppt/tags/tag7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761"/>
</p:tagLst>
</file>

<file path=ppt/tags/tag7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761"/>
</p:tagLst>
</file>

<file path=ppt/tags/tag78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f7ea5c21f8763c838da1a8b1586e52d25054dee3"/>
  <p:tag name="KSO_WM_NEWLAYOUT_GROUP_ID" val="layout_48"/>
  <p:tag name="KSO_WM_NEWLAYOUT_ID" val="slide_f40f4095b76ee3a8"/>
</p:tagLst>
</file>

<file path=ppt/tags/tag79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8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8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8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83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8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8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8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87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</p:tagLst>
</file>

<file path=ppt/tags/tag8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d"/>
</p:tagLst>
</file>

<file path=ppt/tags/tag8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9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9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761"/>
</p:tagLst>
</file>

<file path=ppt/tags/tag9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761"/>
</p:tagLst>
</file>

<file path=ppt/tags/tag9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761"/>
</p:tagLst>
</file>

<file path=ppt/tags/tag9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e5dabc426fe14a1e940ab252fb93ce46914cb05b"/>
  <p:tag name="KSO_WM_NEWLAYOUT_GROUP_ID" val="layout_32"/>
  <p:tag name="KSO_WM_NEWLAYOUT_ID" val="slide_c5ffa415428627e2"/>
</p:tagLst>
</file>

<file path=ppt/tags/tag95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96.xml><?xml version="1.0" encoding="utf-8"?>
<p:tagLst xmlns:p="http://schemas.openxmlformats.org/presentationml/2006/main">
  <p:tag name="KSO_WM_FIGMA_DECORATION_INDEX" val="16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2"/>
  <p:tag name="KSO_WM_UNIT_TYPE" val="l_h_i"/>
</p:tagLst>
</file>

<file path=ppt/tags/tag97.xml><?xml version="1.0" encoding="utf-8"?>
<p:tagLst xmlns:p="http://schemas.openxmlformats.org/presentationml/2006/main">
  <p:tag name="KSO_WM_FIGMA_DECORATION_INDEX" val="7"/>
  <p:tag name="$PH_EXT" val="1"/>
  <p:tag name="KSO_WM_BEAUTIFY_FLAG" val="#fgm#"/>
  <p:tag name="KSO_WM_DIAGRAM_GROUP_CODE" val="1"/>
  <p:tag name="KSO_WM_FIGMA_FLAG" val="#fgm#"/>
  <p:tag name="KSO_WM_UNIT_INDEX" val="1_1_1"/>
  <p:tag name="KSO_WM_UNIT_TYPE" val="l_h_x"/>
</p:tagLst>
</file>

<file path=ppt/tags/tag9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9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00.xml><?xml version="1.0" encoding="utf-8"?>
<p:tagLst xmlns:p="http://schemas.openxmlformats.org/presentationml/2006/main">
  <p:tag name="KSO_WM_FIGMA_DECORATION_INDEX" val="17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101.xml><?xml version="1.0" encoding="utf-8"?>
<p:tagLst xmlns:p="http://schemas.openxmlformats.org/presentationml/2006/main">
  <p:tag name="KSO_WM_FIGMA_DECORATION_INDEX" val="1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2"/>
  <p:tag name="KSO_WM_UNIT_TYPE" val="l_h_i"/>
</p:tagLst>
</file>

<file path=ppt/tags/tag102.xml><?xml version="1.0" encoding="utf-8"?>
<p:tagLst xmlns:p="http://schemas.openxmlformats.org/presentationml/2006/main">
  <p:tag name="KSO_WM_FIGMA_DECORATION_INDEX" val="2"/>
  <p:tag name="$PH_EXT" val="1"/>
  <p:tag name="KSO_WM_BEAUTIFY_FLAG" val="#fgm#"/>
  <p:tag name="KSO_WM_DIAGRAM_GROUP_CODE" val="1"/>
  <p:tag name="KSO_WM_FIGMA_FLAG" val="#fgm#"/>
  <p:tag name="KSO_WM_UNIT_INDEX" val="1_2_1"/>
  <p:tag name="KSO_WM_UNIT_TYPE" val="l_h_x"/>
</p:tagLst>
</file>

<file path=ppt/tags/tag10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0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05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</p:tagLst>
</file>

<file path=ppt/tags/tag106.xml><?xml version="1.0" encoding="utf-8"?>
<p:tagLst xmlns:p="http://schemas.openxmlformats.org/presentationml/2006/main">
  <p:tag name="KSO_WM_FIGMA_DECORATION_INDEX" val="16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2"/>
  <p:tag name="KSO_WM_UNIT_TYPE" val="l_h_i"/>
</p:tagLst>
</file>

<file path=ppt/tags/tag107.xml><?xml version="1.0" encoding="utf-8"?>
<p:tagLst xmlns:p="http://schemas.openxmlformats.org/presentationml/2006/main">
  <p:tag name="KSO_WM_FIGMA_DECORATION_INDEX" val="9"/>
  <p:tag name="$PH_EXT" val="1"/>
  <p:tag name="KSO_WM_BEAUTIFY_FLAG" val="#fgm#"/>
  <p:tag name="KSO_WM_DIAGRAM_GROUP_CODE" val="1"/>
  <p:tag name="KSO_WM_FIGMA_FLAG" val="#fgm#"/>
  <p:tag name="KSO_WM_UNIT_INDEX" val="1_3_1"/>
  <p:tag name="KSO_WM_UNIT_TYPE" val="l_h_x"/>
</p:tagLst>
</file>

<file path=ppt/tags/tag10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10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110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761"/>
</p:tagLst>
</file>

<file path=ppt/tags/tag11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761"/>
</p:tagLst>
</file>

<file path=ppt/tags/tag11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761"/>
</p:tagLst>
</file>

<file path=ppt/tags/tag113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382b33fd911d94b3d1b06d20be24e47341d92743"/>
  <p:tag name="KSO_WM_NEWLAYOUT_GROUP_ID" val="layout_57"/>
  <p:tag name="KSO_WM_NEWLAYOUT_ID" val="slide_138b38c969135e9e"/>
</p:tagLst>
</file>

<file path=ppt/tags/tag114.xml><?xml version="1.0" encoding="utf-8"?>
<p:tagLst xmlns:p="http://schemas.openxmlformats.org/presentationml/2006/main">
  <p:tag name="KSO_WM_FIGMA_DECORATION_INDEX" val="17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11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11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1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18.xml><?xml version="1.0" encoding="utf-8"?>
<p:tagLst xmlns:p="http://schemas.openxmlformats.org/presentationml/2006/main">
  <p:tag name="KSO_WM_FIGMA_DECORATION_INDEX" val="17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11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12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2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22.xml><?xml version="1.0" encoding="utf-8"?>
<p:tagLst xmlns:p="http://schemas.openxmlformats.org/presentationml/2006/main">
  <p:tag name="KSO_WM_FIGMA_DECORATION_INDEX" val="17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1"/>
  <p:tag name="KSO_WM_UNIT_TYPE" val="l_h_i"/>
</p:tagLst>
</file>

<file path=ppt/tags/tag12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d"/>
</p:tagLst>
</file>

<file path=ppt/tags/tag12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12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12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761"/>
</p:tagLst>
</file>

<file path=ppt/tags/tag12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761"/>
</p:tagLst>
</file>

<file path=ppt/tags/tag128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761"/>
</p:tagLst>
</file>

<file path=ppt/tags/tag129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e3e6a6e5a820f16d3f6af95c7df7b68c3792ac02"/>
  <p:tag name="KSO_WM_NEWLAYOUT_GROUP_ID" val="layout_3"/>
  <p:tag name="KSO_WM_NEWLAYOUT_ID" val="slide_e3a96578dbddad60"/>
</p:tagLst>
</file>

<file path=ppt/tags/tag130.xml><?xml version="1.0" encoding="utf-8"?>
<p:tagLst xmlns:p="http://schemas.openxmlformats.org/presentationml/2006/main">
  <p:tag name="KSO_WM_FIGMA_DECORATION_INDEX" val="16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131.xml><?xml version="1.0" encoding="utf-8"?>
<p:tagLst xmlns:p="http://schemas.openxmlformats.org/presentationml/2006/main">
  <p:tag name="KSO_WM_FIGMA_DECORATION_INDEX" val="7"/>
  <p:tag name="$PH_EXT" val="1"/>
  <p:tag name="KSO_WM_BEAUTIFY_FLAG" val="#fgm#"/>
  <p:tag name="KSO_WM_DIAGRAM_GROUP_CODE" val="1"/>
  <p:tag name="KSO_WM_FIGMA_FLAG" val="#fgm#"/>
  <p:tag name="KSO_WM_UNIT_INDEX" val="1_1_1"/>
  <p:tag name="KSO_WM_UNIT_TYPE" val="l_h_x"/>
</p:tagLst>
</file>

<file path=ppt/tags/tag13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3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34.xml><?xml version="1.0" encoding="utf-8"?>
<p:tagLst xmlns:p="http://schemas.openxmlformats.org/presentationml/2006/main">
  <p:tag name="KSO_WM_FIGMA_DECORATION_INDEX" val="16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135.xml><?xml version="1.0" encoding="utf-8"?>
<p:tagLst xmlns:p="http://schemas.openxmlformats.org/presentationml/2006/main">
  <p:tag name="KSO_WM_FIGMA_DECORATION_INDEX" val="8"/>
  <p:tag name="$PH_EXT" val="1"/>
  <p:tag name="KSO_WM_BEAUTIFY_FLAG" val="#fgm#"/>
  <p:tag name="KSO_WM_DIAGRAM_GROUP_CODE" val="1"/>
  <p:tag name="KSO_WM_FIGMA_FLAG" val="#fgm#"/>
  <p:tag name="KSO_WM_UNIT_INDEX" val="1_2_1"/>
  <p:tag name="KSO_WM_UNIT_TYPE" val="l_h_x"/>
</p:tagLst>
</file>

<file path=ppt/tags/tag13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3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38.xml><?xml version="1.0" encoding="utf-8"?>
<p:tagLst xmlns:p="http://schemas.openxmlformats.org/presentationml/2006/main">
  <p:tag name="KSO_WM_FIGMA_DECORATION_INDEX" val="16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1"/>
  <p:tag name="KSO_WM_UNIT_TYPE" val="l_h_i"/>
</p:tagLst>
</file>

<file path=ppt/tags/tag139.xml><?xml version="1.0" encoding="utf-8"?>
<p:tagLst xmlns:p="http://schemas.openxmlformats.org/presentationml/2006/main">
  <p:tag name="KSO_WM_FIGMA_DECORATION_INDEX" val="9"/>
  <p:tag name="$PH_EXT" val="1"/>
  <p:tag name="KSO_WM_BEAUTIFY_FLAG" val="#fgm#"/>
  <p:tag name="KSO_WM_DIAGRAM_GROUP_CODE" val="1"/>
  <p:tag name="KSO_WM_FIGMA_FLAG" val="#fgm#"/>
  <p:tag name="KSO_WM_UNIT_INDEX" val="1_3_1"/>
  <p:tag name="KSO_WM_UNIT_TYPE" val="l_h_x"/>
</p:tagLst>
</file>

<file path=ppt/tags/tag14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14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14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761"/>
</p:tagLst>
</file>

<file path=ppt/tags/tag14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761"/>
</p:tagLst>
</file>

<file path=ppt/tags/tag14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761"/>
</p:tagLst>
</file>

<file path=ppt/tags/tag145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db3164353fc1673e6386b213e93faf2fe2f31b81"/>
  <p:tag name="KSO_WM_NEWLAYOUT_GROUP_ID" val="layout_10008"/>
  <p:tag name="KSO_WM_NEWLAYOUT_ID" val="slide_d71f76e6c456aee2"/>
</p:tagLst>
</file>

<file path=ppt/tags/tag146.xml><?xml version="1.0" encoding="utf-8"?>
<p:tagLst xmlns:p="http://schemas.openxmlformats.org/presentationml/2006/main">
  <p:tag name="KSO_WM_FIGMA_DECORATION_INDEX" val="1"/>
  <p:tag name="$PH_EXT" val="1"/>
  <p:tag name="KSO_WM_BEAUTIFY_FLAG" val="#fgm#"/>
  <p:tag name="KSO_WM_DIAGRAM_GROUP_CODE" val="1"/>
  <p:tag name="KSO_WM_FIGMA_FLAG" val="#fgm#"/>
  <p:tag name="KSO_WM_UNIT_INDEX" val="1_1_1"/>
  <p:tag name="KSO_WM_UNIT_TYPE" val="l_h_x"/>
</p:tagLst>
</file>

<file path=ppt/tags/tag14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4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49.xml><?xml version="1.0" encoding="utf-8"?>
<p:tagLst xmlns:p="http://schemas.openxmlformats.org/presentationml/2006/main">
  <p:tag name="KSO_WM_FIGMA_DECORATION_INDEX" val="2"/>
  <p:tag name="$PH_EXT" val="1"/>
  <p:tag name="KSO_WM_BEAUTIFY_FLAG" val="#fgm#"/>
  <p:tag name="KSO_WM_DIAGRAM_GROUP_CODE" val="1"/>
  <p:tag name="KSO_WM_FIGMA_FLAG" val="#fgm#"/>
  <p:tag name="KSO_WM_UNIT_INDEX" val="1_2_1"/>
  <p:tag name="KSO_WM_UNIT_TYPE" val="l_h_x"/>
</p:tagLst>
</file>

<file path=ppt/tags/tag15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5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52.xml><?xml version="1.0" encoding="utf-8"?>
<p:tagLst xmlns:p="http://schemas.openxmlformats.org/presentationml/2006/main">
  <p:tag name="KSO_WM_FIGMA_DECORATION_INDEX" val="3"/>
  <p:tag name="$PH_EXT" val="1"/>
  <p:tag name="KSO_WM_BEAUTIFY_FLAG" val="#fgm#"/>
  <p:tag name="KSO_WM_DIAGRAM_GROUP_CODE" val="1"/>
  <p:tag name="KSO_WM_FIGMA_FLAG" val="#fgm#"/>
  <p:tag name="KSO_WM_UNIT_INDEX" val="1_3_1"/>
  <p:tag name="KSO_WM_UNIT_TYPE" val="l_h_x"/>
</p:tagLst>
</file>

<file path=ppt/tags/tag15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15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15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761"/>
</p:tagLst>
</file>

<file path=ppt/tags/tag15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761"/>
</p:tagLst>
</file>

<file path=ppt/tags/tag15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761"/>
</p:tagLst>
</file>

<file path=ppt/tags/tag158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1a6347d7731c8e0269fd4b3410d88f7789ec2438"/>
  <p:tag name="KSO_WM_NEWLAYOUT_GROUP_ID" val="layout_51"/>
  <p:tag name="KSO_WM_NEWLAYOUT_ID" val="slide_090884a5b4d69dad"/>
</p:tagLst>
</file>

<file path=ppt/tags/tag159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16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6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6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6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6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16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16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761"/>
</p:tagLst>
</file>

<file path=ppt/tags/tag16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761"/>
</p:tagLst>
</file>

<file path=ppt/tags/tag168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761"/>
</p:tagLst>
</file>

<file path=ppt/tags/tag169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a0ce2f8e0ad7c98f4a1b66c7e14cd70d899b0589"/>
  <p:tag name="KSO_WM_NEWLAYOUT_GROUP_ID" val="layout_49"/>
  <p:tag name="KSO_WM_NEWLAYOUT_ID" val="slide_c2bbdeee6f9d8775"/>
</p:tagLst>
</file>

<file path=ppt/tags/tag170.xml><?xml version="1.0" encoding="utf-8"?>
<p:tagLst xmlns:p="http://schemas.openxmlformats.org/presentationml/2006/main">
  <p:tag name="KSO_WM_FIGMA_DECORATION_INDEX" val="14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17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2"/>
  <p:tag name="KSO_WM_UNIT_SUBTYPE" val="d"/>
  <p:tag name="KSO_WM_UNIT_TYPE" val="l_h_i"/>
</p:tagLst>
</file>

<file path=ppt/tags/tag17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7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74.xml><?xml version="1.0" encoding="utf-8"?>
<p:tagLst xmlns:p="http://schemas.openxmlformats.org/presentationml/2006/main">
  <p:tag name="KSO_WM_FIGMA_DECORATION_INDEX" val="14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17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2"/>
  <p:tag name="KSO_WM_UNIT_SUBTYPE" val="d"/>
  <p:tag name="KSO_WM_UNIT_TYPE" val="l_h_i"/>
</p:tagLst>
</file>

<file path=ppt/tags/tag17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7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78.xml><?xml version="1.0" encoding="utf-8"?>
<p:tagLst xmlns:p="http://schemas.openxmlformats.org/presentationml/2006/main">
  <p:tag name="KSO_WM_FIGMA_DECORATION_INDEX" val="14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1"/>
  <p:tag name="KSO_WM_UNIT_TYPE" val="l_h_i"/>
</p:tagLst>
</file>

<file path=ppt/tags/tag17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2"/>
  <p:tag name="KSO_WM_UNIT_SUBTYPE" val="d"/>
  <p:tag name="KSO_WM_UNIT_TYPE" val="l_h_i"/>
</p:tagLst>
</file>

<file path=ppt/tags/tag18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18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18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761"/>
</p:tagLst>
</file>

<file path=ppt/tags/tag18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761"/>
</p:tagLst>
</file>

<file path=ppt/tags/tag18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761"/>
</p:tagLst>
</file>

<file path=ppt/tags/tag185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c56ab46d6dbab246893237931c10c5e91517125c"/>
  <p:tag name="KSO_WM_NEWLAYOUT_GROUP_ID" val="layout_10009"/>
  <p:tag name="KSO_WM_NEWLAYOUT_ID" val="slide_97a51ff2b1722ceb"/>
</p:tagLst>
</file>

<file path=ppt/tags/tag18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18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8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8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19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9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9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d"/>
</p:tagLst>
</file>

<file path=ppt/tags/tag19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19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19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761"/>
</p:tagLst>
</file>

<file path=ppt/tags/tag19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761"/>
</p:tagLst>
</file>

<file path=ppt/tags/tag19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761"/>
</p:tagLst>
</file>

<file path=ppt/tags/tag198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0ccfa4e826c38a7331c808b433e71aeedea6a0f2"/>
  <p:tag name="KSO_WM_NEWLAYOUT_GROUP_ID" val="layout_59"/>
  <p:tag name="KSO_WM_NEWLAYOUT_ID" val="slide_bb541080977a002b"/>
</p:tagLst>
</file>

<file path=ppt/tags/tag199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200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20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20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203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20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20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206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1"/>
  <p:tag name="KSO_WM_UNIT_TYPE" val="l_h_i"/>
</p:tagLst>
</file>

<file path=ppt/tags/tag20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20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209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761"/>
</p:tagLst>
</file>

<file path=ppt/tags/tag210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761"/>
</p:tagLst>
</file>

<file path=ppt/tags/tag21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761"/>
</p:tagLst>
</file>

<file path=ppt/tags/tag212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963123866536adae7b74e11934fd0ce4bf30cf96"/>
  <p:tag name="KSO_WM_NEWLAYOUT_GROUP_ID" val="layout_30"/>
  <p:tag name="KSO_WM_NEWLAYOUT_ID" val="slide_97e71a9c1fd50a82"/>
</p:tagLst>
</file>

<file path=ppt/tags/tag213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214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21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21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217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21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21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220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1"/>
  <p:tag name="KSO_WM_UNIT_TYPE" val="l_h_i"/>
</p:tagLst>
</file>

<file path=ppt/tags/tag22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22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22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761"/>
</p:tagLst>
</file>

<file path=ppt/tags/tag22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761"/>
</p:tagLst>
</file>

<file path=ppt/tags/tag22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761"/>
</p:tagLst>
</file>

<file path=ppt/tags/tag226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5543e9c246b5748221a29869fbd9f616d0c8412e"/>
  <p:tag name="KSO_WM_NEWLAYOUT_GROUP_ID" val="layout_2"/>
  <p:tag name="KSO_WM_NEWLAYOUT_ID" val="slide_dbd12360534da726"/>
</p:tagLst>
</file>

<file path=ppt/tags/tag227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22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22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23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231.xml><?xml version="1.0" encoding="utf-8"?>
<p:tagLst xmlns:p="http://schemas.openxmlformats.org/presentationml/2006/main">
  <p:tag name="KSO_WM_FIGMA_DECORATION_INDEX" val="17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23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23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23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235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</p:tagLst>
</file>

<file path=ppt/tags/tag23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d"/>
</p:tagLst>
</file>

<file path=ppt/tags/tag23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23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239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761"/>
</p:tagLst>
</file>

<file path=ppt/tags/tag240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761"/>
</p:tagLst>
</file>

<file path=ppt/tags/tag24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761"/>
</p:tagLst>
</file>

<file path=ppt/tags/tag242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c06f4e95da341518856bd3c4ce86050df2f673d5"/>
  <p:tag name="KSO_WM_NEWLAYOUT_GROUP_ID" val="layout_42"/>
  <p:tag name="KSO_WM_NEWLAYOUT_ID" val="slide_e1461cd84873efff"/>
</p:tagLst>
</file>

<file path=ppt/tags/tag243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244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24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24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247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24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24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250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1"/>
  <p:tag name="KSO_WM_UNIT_TYPE" val="l_h_i"/>
</p:tagLst>
</file>

<file path=ppt/tags/tag25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25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25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761"/>
</p:tagLst>
</file>

<file path=ppt/tags/tag25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761"/>
</p:tagLst>
</file>

<file path=ppt/tags/tag25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761"/>
</p:tagLst>
</file>

<file path=ppt/tags/tag256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e7323fefb5c27006aac1edbb14b7aa43123d5eb5"/>
  <p:tag name="KSO_WM_NEWLAYOUT_GROUP_ID" val="layout_10007"/>
  <p:tag name="KSO_WM_NEWLAYOUT_ID" val="slide_a93629e32f0363b8"/>
</p:tagLst>
</file>

<file path=ppt/tags/tag25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25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25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26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26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26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26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761"/>
</p:tagLst>
</file>

<file path=ppt/tags/tag26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761"/>
</p:tagLst>
</file>

<file path=ppt/tags/tag26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761"/>
</p:tagLst>
</file>

<file path=ppt/tags/tag266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c021e63457b36c885662b2d282d23d1f4c79768b"/>
  <p:tag name="KSO_WM_NEWLAYOUT_GROUP_ID" val="layout_10003"/>
  <p:tag name="KSO_WM_NEWLAYOUT_ID" val="slide_8cce582f37f77cb5"/>
</p:tagLst>
</file>

<file path=ppt/tags/tag26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268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26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27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271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27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27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274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</p:tagLst>
</file>

<file path=ppt/tags/tag27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27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761"/>
</p:tagLst>
</file>

<file path=ppt/tags/tag27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761"/>
</p:tagLst>
</file>

<file path=ppt/tags/tag278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761"/>
</p:tagLst>
</file>

<file path=ppt/tags/tag279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2d515dce56eaffee953a30aa85b0bee3b5893b9c"/>
  <p:tag name="KSO_WM_NEWLAYOUT_GROUP_ID" val="layout_10004"/>
  <p:tag name="KSO_WM_NEWLAYOUT_ID" val="slide_5590a1d109e7c98d"/>
</p:tagLst>
</file>

<file path=ppt/tags/tag280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28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28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283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28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28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286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</p:tagLst>
</file>

<file path=ppt/tags/tag28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28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289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761"/>
</p:tagLst>
</file>

<file path=ppt/tags/tag290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761"/>
</p:tagLst>
</file>

<file path=ppt/tags/tag29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761"/>
</p:tagLst>
</file>

<file path=ppt/tags/tag292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928f93213ff9bc1c8176cba98828c3284905ad56"/>
  <p:tag name="KSO_WM_NEWLAYOUT_GROUP_ID" val="layout_26"/>
  <p:tag name="KSO_WM_NEWLAYOUT_ID" val="slide_121cc0feefd47eb5"/>
</p:tagLst>
</file>

<file path=ppt/tags/tag293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29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29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29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297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29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29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30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301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</p:tagLst>
</file>

<file path=ppt/tags/tag30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d"/>
</p:tagLst>
</file>

<file path=ppt/tags/tag30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30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305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4_1"/>
  <p:tag name="KSO_WM_UNIT_TYPE" val="l_h_i"/>
</p:tagLst>
</file>

<file path=ppt/tags/tag30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d"/>
</p:tagLst>
</file>

<file path=ppt/tags/tag30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</p:tagLst>
</file>

<file path=ppt/tags/tag30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f"/>
</p:tagLst>
</file>

<file path=ppt/tags/tag309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761"/>
</p:tagLst>
</file>

<file path=ppt/tags/tag310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761"/>
</p:tagLst>
</file>

<file path=ppt/tags/tag31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761"/>
</p:tagLst>
</file>

<file path=ppt/tags/tag312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4f9a86810ff4ce0ee5bb420dabad1f7d7efdf5ee"/>
  <p:tag name="KSO_WM_NEWLAYOUT_GROUP_ID" val="layout_31"/>
  <p:tag name="KSO_WM_NEWLAYOUT_ID" val="slide_d233a04c91228a1b"/>
</p:tagLst>
</file>

<file path=ppt/tags/tag313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31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31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31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317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31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31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32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321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</p:tagLst>
</file>

<file path=ppt/tags/tag32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d"/>
</p:tagLst>
</file>

<file path=ppt/tags/tag32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32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32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761"/>
</p:tagLst>
</file>

<file path=ppt/tags/tag32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761"/>
</p:tagLst>
</file>

<file path=ppt/tags/tag32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761"/>
</p:tagLst>
</file>

<file path=ppt/tags/tag328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09713139962631dfdd00d10897dcc816557c87a2"/>
  <p:tag name="KSO_WM_NEWLAYOUT_GROUP_ID" val="layout_27"/>
  <p:tag name="KSO_WM_NEWLAYOUT_ID" val="slide_0fae1b0c482f3db5"/>
</p:tagLst>
</file>

<file path=ppt/tags/tag329.xml><?xml version="1.0" encoding="utf-8"?>
<p:tagLst xmlns:p="http://schemas.openxmlformats.org/presentationml/2006/main">
  <p:tag name="KSO_WM_FIGMA_DECORATION_INDEX" val="14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33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2"/>
  <p:tag name="KSO_WM_UNIT_SUBTYPE" val="d"/>
  <p:tag name="KSO_WM_UNIT_TYPE" val="l_h_i"/>
</p:tagLst>
</file>

<file path=ppt/tags/tag33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33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333.xml><?xml version="1.0" encoding="utf-8"?>
<p:tagLst xmlns:p="http://schemas.openxmlformats.org/presentationml/2006/main">
  <p:tag name="KSO_WM_FIGMA_DECORATION_INDEX" val="14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33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2"/>
  <p:tag name="KSO_WM_UNIT_SUBTYPE" val="d"/>
  <p:tag name="KSO_WM_UNIT_TYPE" val="l_h_i"/>
</p:tagLst>
</file>

<file path=ppt/tags/tag33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33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337.xml><?xml version="1.0" encoding="utf-8"?>
<p:tagLst xmlns:p="http://schemas.openxmlformats.org/presentationml/2006/main">
  <p:tag name="KSO_WM_FIGMA_DECORATION_INDEX" val="14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1"/>
  <p:tag name="KSO_WM_UNIT_TYPE" val="l_h_i"/>
</p:tagLst>
</file>

<file path=ppt/tags/tag33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2"/>
  <p:tag name="KSO_WM_UNIT_SUBTYPE" val="d"/>
  <p:tag name="KSO_WM_UNIT_TYPE" val="l_h_i"/>
</p:tagLst>
</file>

<file path=ppt/tags/tag33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34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341.xml><?xml version="1.0" encoding="utf-8"?>
<p:tagLst xmlns:p="http://schemas.openxmlformats.org/presentationml/2006/main">
  <p:tag name="KSO_WM_FIGMA_DECORATION_INDEX" val="14"/>
  <p:tag name="$PH_EXT" val="2"/>
  <p:tag name="KSO_WM_BEAUTIFY_FLAG" val="#fgm#"/>
  <p:tag name="KSO_WM_DIAGRAM_GROUP_CODE" val="1"/>
  <p:tag name="KSO_WM_FIGMA_FLAG" val="#fgm#"/>
  <p:tag name="KSO_WM_SYNC_SLIDE_TEXT" val="1"/>
  <p:tag name="KSO_WM_UNIT_INDEX" val="1_4_1"/>
  <p:tag name="KSO_WM_UNIT_TYPE" val="l_h_i"/>
</p:tagLst>
</file>

<file path=ppt/tags/tag34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2"/>
  <p:tag name="KSO_WM_UNIT_SUBTYPE" val="d"/>
  <p:tag name="KSO_WM_UNIT_TYPE" val="l_h_i"/>
</p:tagLst>
</file>

<file path=ppt/tags/tag34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</p:tagLst>
</file>

<file path=ppt/tags/tag34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f"/>
</p:tagLst>
</file>

<file path=ppt/tags/tag345.xml><?xml version="1.0" encoding="utf-8"?>
<p:tagLst xmlns:p="http://schemas.openxmlformats.org/presentationml/2006/main">
  <p:tag name="KSO_WM_FIGMA_DECORATION_INDEX" val="14"/>
  <p:tag name="$PH_EXT" val="2"/>
  <p:tag name="KSO_WM_BEAUTIFY_FLAG" val="#fgm#"/>
  <p:tag name="KSO_WM_DIAGRAM_GROUP_CODE" val="1"/>
  <p:tag name="KSO_WM_FIGMA_FLAG" val="#fgm#"/>
  <p:tag name="KSO_WM_SYNC_SLIDE_TEXT" val="1"/>
  <p:tag name="KSO_WM_UNIT_INDEX" val="1_5_1"/>
  <p:tag name="KSO_WM_UNIT_TYPE" val="l_h_i"/>
</p:tagLst>
</file>

<file path=ppt/tags/tag34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5_2"/>
  <p:tag name="KSO_WM_UNIT_SUBTYPE" val="d"/>
  <p:tag name="KSO_WM_UNIT_TYPE" val="l_h_i"/>
</p:tagLst>
</file>

<file path=ppt/tags/tag34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5_1"/>
  <p:tag name="KSO_WM_UNIT_TYPE" val="l_h_a"/>
</p:tagLst>
</file>

<file path=ppt/tags/tag34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5_1"/>
  <p:tag name="KSO_WM_UNIT_TYPE" val="l_h_f"/>
</p:tagLst>
</file>

<file path=ppt/tags/tag349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761"/>
</p:tagLst>
</file>

<file path=ppt/tags/tag350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761"/>
</p:tagLst>
</file>

<file path=ppt/tags/tag35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761"/>
</p:tagLst>
</file>

<file path=ppt/tags/tag352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c71e7e4a03edf9a2be3c6cc893e325fa9aca9a0b"/>
  <p:tag name="KSO_WM_NEWLAYOUT_GROUP_ID" val="layout_10013"/>
  <p:tag name="KSO_WM_NEWLAYOUT_ID" val="slide_2b9069f18f10c117"/>
</p:tagLst>
</file>

<file path=ppt/tags/tag353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35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35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35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35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35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35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360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761"/>
</p:tagLst>
</file>

<file path=ppt/tags/tag36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761"/>
</p:tagLst>
</file>

<file path=ppt/tags/tag36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761"/>
</p:tagLst>
</file>

<file path=ppt/tags/tag363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bfb3a93ffdaaff235c702eff79fa6a9c0e835e4b"/>
  <p:tag name="KSO_WM_NEWLAYOUT_GROUP_ID" val="layout_34"/>
  <p:tag name="KSO_WM_NEWLAYOUT_ID" val="slide_4acdb5d565d7a68b"/>
</p:tagLst>
</file>

<file path=ppt/tags/tag36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36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36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36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36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36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37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d"/>
</p:tagLst>
</file>

<file path=ppt/tags/tag37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37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37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761"/>
</p:tagLst>
</file>

<file path=ppt/tags/tag37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761"/>
</p:tagLst>
</file>

<file path=ppt/tags/tag37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761"/>
</p:tagLst>
</file>

<file path=ppt/tags/tag376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e393712936ccc67c45e3b8fad47e2e801c3315ee"/>
  <p:tag name="KSO_WM_NEWLAYOUT_GROUP_ID" val="layout_62"/>
  <p:tag name="KSO_WM_NEWLAYOUT_ID" val="slide_72ee7055fb184196"/>
</p:tagLst>
</file>

<file path=ppt/tags/tag377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378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37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38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381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38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38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38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761"/>
</p:tagLst>
</file>

<file path=ppt/tags/tag38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761"/>
</p:tagLst>
</file>

<file path=ppt/tags/tag38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761"/>
</p:tagLst>
</file>

<file path=ppt/tags/tag387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b"/>
</p:tagLst>
</file>

<file path=ppt/tags/tag388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a"/>
  <p:tag name="KSO_WM_LAYOUT_CHECK_HASH" val="a611c4a3247a751885dd95d309052621dc820207"/>
  <p:tag name="KSO_WM_NEWLAYOUT_GROUP_ID" val="layout_1-5"/>
  <p:tag name="KSO_WM_NEWLAYOUT_ID" val="slide_61223ae7a7f7aefc"/>
</p:tagLst>
</file>

<file path=ppt/tags/tag38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SUBTYPE" val="d"/>
  <p:tag name="KSO_WM_UNIT_TYPE" val="l_h_i"/>
</p:tagLst>
</file>

<file path=ppt/tags/tag390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2"/>
  <p:tag name="KSO_WM_UNIT_TYPE" val="l_h_i"/>
</p:tagLst>
</file>

<file path=ppt/tags/tag39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39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SUBTYPE" val="d"/>
  <p:tag name="KSO_WM_UNIT_TYPE" val="l_h_i"/>
</p:tagLst>
</file>

<file path=ppt/tags/tag393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2"/>
  <p:tag name="KSO_WM_UNIT_TYPE" val="l_h_i"/>
</p:tagLst>
</file>

<file path=ppt/tags/tag39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39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SUBTYPE" val="d"/>
  <p:tag name="KSO_WM_UNIT_TYPE" val="l_h_i"/>
</p:tagLst>
</file>

<file path=ppt/tags/tag396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2"/>
  <p:tag name="KSO_WM_UNIT_TYPE" val="l_h_i"/>
</p:tagLst>
</file>

<file path=ppt/tags/tag39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39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SUBTYPE" val="d"/>
  <p:tag name="KSO_WM_UNIT_TYPE" val="l_h_i"/>
</p:tagLst>
</file>

<file path=ppt/tags/tag399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4_2"/>
  <p:tag name="KSO_WM_UNIT_TYPE" val="l_h_i"/>
</p:tagLst>
</file>

<file path=ppt/tags/tag40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</p:tagLst>
</file>

<file path=ppt/tags/tag40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761"/>
</p:tagLst>
</file>

<file path=ppt/tags/tag40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761"/>
</p:tagLst>
</file>

<file path=ppt/tags/tag40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761"/>
</p:tagLst>
</file>

<file path=ppt/tags/tag40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b"/>
</p:tagLst>
</file>

<file path=ppt/tags/tag405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a"/>
  <p:tag name="KSO_WM_LAYOUT_CHECK_HASH" val="a611c4a3247a751885dd95d309052621dc820207"/>
  <p:tag name="KSO_WM_NEWLAYOUT_GROUP_ID" val="layout_1-5"/>
  <p:tag name="KSO_WM_NEWLAYOUT_ID" val="slide_61223ae7a7f7aefc"/>
</p:tagLst>
</file>

<file path=ppt/tags/tag40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SUBTYPE" val="d"/>
  <p:tag name="KSO_WM_UNIT_TYPE" val="l_h_i"/>
</p:tagLst>
</file>

<file path=ppt/tags/tag407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2"/>
  <p:tag name="KSO_WM_UNIT_TYPE" val="l_h_i"/>
</p:tagLst>
</file>

<file path=ppt/tags/tag40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40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SUBTYPE" val="d"/>
  <p:tag name="KSO_WM_UNIT_TYPE" val="l_h_i"/>
</p:tagLst>
</file>

<file path=ppt/tags/tag410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2"/>
  <p:tag name="KSO_WM_UNIT_TYPE" val="l_h_i"/>
</p:tagLst>
</file>

<file path=ppt/tags/tag41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41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SUBTYPE" val="d"/>
  <p:tag name="KSO_WM_UNIT_TYPE" val="l_h_i"/>
</p:tagLst>
</file>

<file path=ppt/tags/tag413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2"/>
  <p:tag name="KSO_WM_UNIT_TYPE" val="l_h_i"/>
</p:tagLst>
</file>

<file path=ppt/tags/tag41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41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SUBTYPE" val="d"/>
  <p:tag name="KSO_WM_UNIT_TYPE" val="l_h_i"/>
</p:tagLst>
</file>

<file path=ppt/tags/tag416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4_2"/>
  <p:tag name="KSO_WM_UNIT_TYPE" val="l_h_i"/>
</p:tagLst>
</file>

<file path=ppt/tags/tag41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</p:tagLst>
</file>

<file path=ppt/tags/tag4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  <p:tag name="KSO_WM_TEMPLATE_INDEX" val="40480761"/>
  <p:tag name="KSO_WM_TEMPLATE_CATEGORY" val="custom"/>
</p:tagLst>
</file>

<file path=ppt/tags/tag4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TYPE" val="f"/>
  <p:tag name="KSO_WM_UNIT_INDEX" val="1"/>
  <p:tag name="KSO_WM_UNIT_ISNUMDGMTITLE" val="0"/>
  <p:tag name="KSO_WM_TEMPLATE_INDEX" val="40480761"/>
  <p:tag name="KSO_WM_TEMPLATE_CATEGORY" val="custom"/>
</p:tagLst>
</file>

<file path=ppt/tags/tag420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761"/>
</p:tagLst>
</file>

<file path=ppt/tags/tag42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761"/>
</p:tagLst>
</file>

<file path=ppt/tags/tag42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761"/>
</p:tagLst>
</file>

<file path=ppt/tags/tag423.xml><?xml version="1.0" encoding="utf-8"?>
<p:tagLst xmlns:p="http://schemas.openxmlformats.org/presentationml/2006/main">
  <p:tag name="KSO_WM_UNIT_TYPE" val="i"/>
  <p:tag name="KSO_WM_UNIT_INDEX" val="5"/>
  <p:tag name="KSO_WM_BEAUTIFY_FLAG" val="#wm#"/>
  <p:tag name="KSO_WM_TAG_VERSION" val="3.0"/>
  <p:tag name="KSO_WM_UNIT_ISCONTENTSTITLE" val="1"/>
  <p:tag name="LayoutZOrder" val="17"/>
  <p:tag name="KSO_WM_UNIT_ID" val="_2*i*5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761"/>
</p:tagLst>
</file>

<file path=ppt/tags/tag4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  <p:tag name="KSO_WM_BEAUTIFY_FLAG" val="#wm#"/>
  <p:tag name="KSO_WM_UNIT_ISCONTENTSTITLE" val="1"/>
  <p:tag name="KSO_WM_UNIT_ISNUMDGMTITLE" val="0"/>
  <p:tag name="KSO_WM_UNIT_PRESET_TEXT" val="标题"/>
  <p:tag name="KSO_WM_UNIT_NOCLEAR" val="0"/>
  <p:tag name="KSO_WM_UNIT_VALUE" val="3"/>
  <p:tag name="KSO_WM_UNIT_TYPE" val="a"/>
  <p:tag name="KSO_WM_UNIT_INDEX" val="1"/>
  <p:tag name="KSO_WM_TEMPLATE_CATEGORY" val="custom"/>
  <p:tag name="KSO_WM_TEMPLATE_USER_THEME" val="1"/>
  <p:tag name="KSO_WM_TEMPLATE_INDEX" val="40480761"/>
</p:tagLst>
</file>

<file path=ppt/tags/tag4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  <p:tag name="KSO_WM_TEMPLATE_CATEGORY" val="custom"/>
  <p:tag name="KSO_WM_TEMPLATE_USER_THEME" val="1"/>
  <p:tag name="KSO_WM_UNIT_ISNUMDGMTITLE" val="0"/>
  <p:tag name="KSO_WM_UNIT_NOCLEAR" val="0"/>
  <p:tag name="KSO_WM_TEMPLATE_INDEX" val="40480761"/>
</p:tagLst>
</file>

<file path=ppt/tags/tag4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  <p:tag name="KSO_WM_TEMPLATE_CATEGORY" val="custom"/>
  <p:tag name="KSO_WM_TEMPLATE_USER_THEME" val="1"/>
  <p:tag name="KSO_WM_UNIT_ISNUMDGMTITLE" val="0"/>
  <p:tag name="KSO_WM_UNIT_NOCLEAR" val="0"/>
  <p:tag name="KSO_WM_TEMPLATE_INDEX" val="40480761"/>
</p:tagLst>
</file>

<file path=ppt/tags/tag4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  <p:tag name="KSO_WM_TEMPLATE_CATEGORY" val="custom"/>
  <p:tag name="KSO_WM_TEMPLATE_USER_THEME" val="1"/>
  <p:tag name="KSO_WM_UNIT_ISNUMDGMTITLE" val="0"/>
  <p:tag name="KSO_WM_UNIT_NOCLEAR" val="0"/>
  <p:tag name="KSO_WM_TEMPLATE_INDEX" val="40480761"/>
</p:tagLst>
</file>

<file path=ppt/tags/tag428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0761"/>
  <p:tag name="KSO_WM_TEMPLATE_CATEGORY" val="custom"/>
</p:tagLst>
</file>

<file path=ppt/tags/tag429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0761"/>
  <p:tag name="KSO_WM_TEMPLATE_CATEGORY" val="custom"/>
</p:tagLst>
</file>

<file path=ppt/tags/tag430.xml><?xml version="1.0" encoding="utf-8"?>
<p:tagLst xmlns:p="http://schemas.openxmlformats.org/presentationml/2006/main">
  <p:tag name="KSO_WM_UNIT_TYPE" val="f"/>
  <p:tag name="KSO_WM_UNIT_INDEX" val="1"/>
  <p:tag name="KSO_WM_UNIT_ID" val="_3*f*1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761"/>
</p:tagLst>
</file>

<file path=ppt/tags/tag431.xml><?xml version="1.0" encoding="utf-8"?>
<p:tagLst xmlns:p="http://schemas.openxmlformats.org/presentationml/2006/main">
  <p:tag name="KSO_WM_UNIT_TYPE" val="f"/>
  <p:tag name="KSO_WM_UNIT_INDEX" val="2"/>
  <p:tag name="KSO_WM_UNIT_ID" val="_3*f*2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761"/>
</p:tagLst>
</file>

<file path=ppt/tags/tag432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761"/>
</p:tagLst>
</file>

<file path=ppt/tags/tag433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761"/>
</p:tagLst>
</file>

<file path=ppt/tags/tag434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761"/>
</p:tagLst>
</file>

<file path=ppt/tags/tag435.xml><?xml version="1.0" encoding="utf-8"?>
<p:tagLst xmlns:p="http://schemas.openxmlformats.org/presentationml/2006/main">
  <p:tag name="KSO_WM_UNIT_TYPE" val="a"/>
  <p:tag name="KSO_WM_UNIT_INDEX" val="1"/>
  <p:tag name="KSO_WM_UNIT_ID" val="_3*a*1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761"/>
</p:tagLst>
</file>

<file path=ppt/tags/tag436.xml><?xml version="1.0" encoding="utf-8"?>
<p:tagLst xmlns:p="http://schemas.openxmlformats.org/presentationml/2006/main">
  <p:tag name="KSO_WM_UNIT_TYPE" val="f"/>
  <p:tag name="KSO_WM_UNIT_INDEX" val="1"/>
  <p:tag name="KSO_WM_UNIT_ID" val="_4*f*1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761"/>
</p:tagLst>
</file>

<file path=ppt/tags/tag437.xml><?xml version="1.0" encoding="utf-8"?>
<p:tagLst xmlns:p="http://schemas.openxmlformats.org/presentationml/2006/main">
  <p:tag name="KSO_WM_UNIT_TYPE" val="f"/>
  <p:tag name="KSO_WM_UNIT_INDEX" val="2"/>
  <p:tag name="KSO_WM_UNIT_ID" val="_4*f*2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761"/>
</p:tagLst>
</file>

<file path=ppt/tags/tag438.xml><?xml version="1.0" encoding="utf-8"?>
<p:tagLst xmlns:p="http://schemas.openxmlformats.org/presentationml/2006/main">
  <p:tag name="KSO_WM_UNIT_TYPE" val="f"/>
  <p:tag name="KSO_WM_UNIT_INDEX" val="3"/>
  <p:tag name="KSO_WM_UNIT_ID" val="_4*f*3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761"/>
</p:tagLst>
</file>

<file path=ppt/tags/tag439.xml><?xml version="1.0" encoding="utf-8"?>
<p:tagLst xmlns:p="http://schemas.openxmlformats.org/presentationml/2006/main">
  <p:tag name="KSO_WM_UNIT_TYPE" val="f"/>
  <p:tag name="KSO_WM_UNIT_INDEX" val="4"/>
  <p:tag name="KSO_WM_UNIT_ID" val="_4*f*4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761"/>
</p:tagLst>
</file>

<file path=ppt/tags/tag440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761"/>
</p:tagLst>
</file>

<file path=ppt/tags/tag441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761"/>
</p:tagLst>
</file>

<file path=ppt/tags/tag442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761"/>
</p:tagLst>
</file>

<file path=ppt/tags/tag443.xml><?xml version="1.0" encoding="utf-8"?>
<p:tagLst xmlns:p="http://schemas.openxmlformats.org/presentationml/2006/main">
  <p:tag name="KSO_WM_UNIT_TYPE" val="a"/>
  <p:tag name="KSO_WM_UNIT_INDEX" val="1"/>
  <p:tag name="KSO_WM_UNIT_ID" val="_4*a*1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761"/>
</p:tagLst>
</file>

<file path=ppt/tags/tag444.xml><?xml version="1.0" encoding="utf-8"?>
<p:tagLst xmlns:p="http://schemas.openxmlformats.org/presentationml/2006/main">
  <p:tag name="KSO_WM_UNIT_ID" val="_5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761"/>
</p:tagLst>
</file>

<file path=ppt/tags/tag445.xml><?xml version="1.0" encoding="utf-8"?>
<p:tagLst xmlns:p="http://schemas.openxmlformats.org/presentationml/2006/main">
  <p:tag name="KSO_WM_UNIT_ID" val="_5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761"/>
</p:tagLst>
</file>

<file path=ppt/tags/tag446.xml><?xml version="1.0" encoding="utf-8"?>
<p:tagLst xmlns:p="http://schemas.openxmlformats.org/presentationml/2006/main">
  <p:tag name="KSO_WM_UNIT_ID" val="_5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761"/>
</p:tagLst>
</file>

<file path=ppt/tags/tag447.xml><?xml version="1.0" encoding="utf-8"?>
<p:tagLst xmlns:p="http://schemas.openxmlformats.org/presentationml/2006/main">
  <p:tag name="KSO_WM_UNIT_TYPE" val="a"/>
  <p:tag name="KSO_WM_UNIT_INDEX" val="1"/>
  <p:tag name="KSO_WM_UNIT_ID" val="_5*a*1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761"/>
</p:tagLst>
</file>

<file path=ppt/tags/tag448.xml><?xml version="1.0" encoding="utf-8"?>
<p:tagLst xmlns:p="http://schemas.openxmlformats.org/presentationml/2006/main">
  <p:tag name="KSO_WM_UNIT_ID" val="_6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761"/>
</p:tagLst>
</file>

<file path=ppt/tags/tag449.xml><?xml version="1.0" encoding="utf-8"?>
<p:tagLst xmlns:p="http://schemas.openxmlformats.org/presentationml/2006/main">
  <p:tag name="KSO_WM_UNIT_ID" val="_6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761"/>
</p:tagLst>
</file>

<file path=ppt/tags/tag450.xml><?xml version="1.0" encoding="utf-8"?>
<p:tagLst xmlns:p="http://schemas.openxmlformats.org/presentationml/2006/main">
  <p:tag name="KSO_WM_UNIT_ID" val="_6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761"/>
</p:tagLst>
</file>

<file path=ppt/tags/tag451.xml><?xml version="1.0" encoding="utf-8"?>
<p:tagLst xmlns:p="http://schemas.openxmlformats.org/presentationml/2006/main">
  <p:tag name="KSO_WM_UNIT_TYPE" val="f"/>
  <p:tag name="KSO_WM_UNIT_INDEX" val="1"/>
  <p:tag name="KSO_WM_UNIT_ID" val="_7*f*1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761"/>
</p:tagLst>
</file>

<file path=ppt/tags/tag452.xml><?xml version="1.0" encoding="utf-8"?>
<p:tagLst xmlns:p="http://schemas.openxmlformats.org/presentationml/2006/main">
  <p:tag name="KSO_WM_UNIT_ID" val="_7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761"/>
</p:tagLst>
</file>

<file path=ppt/tags/tag453.xml><?xml version="1.0" encoding="utf-8"?>
<p:tagLst xmlns:p="http://schemas.openxmlformats.org/presentationml/2006/main">
  <p:tag name="KSO_WM_UNIT_ID" val="_7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761"/>
</p:tagLst>
</file>

<file path=ppt/tags/tag454.xml><?xml version="1.0" encoding="utf-8"?>
<p:tagLst xmlns:p="http://schemas.openxmlformats.org/presentationml/2006/main">
  <p:tag name="KSO_WM_UNIT_ID" val="_7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761"/>
</p:tagLst>
</file>

<file path=ppt/tags/tag455.xml><?xml version="1.0" encoding="utf-8"?>
<p:tagLst xmlns:p="http://schemas.openxmlformats.org/presentationml/2006/main">
  <p:tag name="KSO_WM_UNIT_ID" val="_8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761"/>
</p:tagLst>
</file>

<file path=ppt/tags/tag456.xml><?xml version="1.0" encoding="utf-8"?>
<p:tagLst xmlns:p="http://schemas.openxmlformats.org/presentationml/2006/main">
  <p:tag name="KSO_WM_UNIT_ID" val="_8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761"/>
</p:tagLst>
</file>

<file path=ppt/tags/tag457.xml><?xml version="1.0" encoding="utf-8"?>
<p:tagLst xmlns:p="http://schemas.openxmlformats.org/presentationml/2006/main">
  <p:tag name="KSO_WM_UNIT_ID" val="_8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761"/>
</p:tagLst>
</file>

<file path=ppt/tags/tag458.xml><?xml version="1.0" encoding="utf-8"?>
<p:tagLst xmlns:p="http://schemas.openxmlformats.org/presentationml/2006/main">
  <p:tag name="KSO_WM_UNIT_TYPE" val="f"/>
  <p:tag name="KSO_WM_UNIT_INDEX" val="1"/>
  <p:tag name="KSO_WM_UNIT_ID" val="_8*f*1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761"/>
</p:tagLst>
</file>

<file path=ppt/tags/tag459.xml><?xml version="1.0" encoding="utf-8"?>
<p:tagLst xmlns:p="http://schemas.openxmlformats.org/presentationml/2006/main">
  <p:tag name="KSO_WM_UNIT_TYPE" val="a"/>
  <p:tag name="KSO_WM_UNIT_INDEX" val="1"/>
  <p:tag name="KSO_WM_UNIT_ID" val="_8*a*1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761"/>
</p:tagLst>
</file>

<file path=ppt/tags/tag460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LayoutZOrder" val="2"/>
  <p:tag name="KSO_WM_UNIT_ID" val="_9*i*3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761"/>
</p:tagLst>
</file>

<file path=ppt/tags/tag461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LayoutZOrder" val="3"/>
  <p:tag name="KSO_WM_UNIT_ID" val="_9*i*1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761"/>
</p:tagLst>
</file>

<file path=ppt/tags/tag462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LayoutZOrder" val="5"/>
  <p:tag name="KSO_WM_UNIT_ID" val="_9*i*2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761"/>
</p:tagLst>
</file>

<file path=ppt/tags/tag463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  <p:tag name="LayoutZOrder" val="6"/>
  <p:tag name="KSO_WM_UNIT_ID" val="_9*i*4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761"/>
</p:tagLst>
</file>

<file path=ppt/tags/tag464.xml><?xml version="1.0" encoding="utf-8"?>
<p:tagLst xmlns:p="http://schemas.openxmlformats.org/presentationml/2006/main">
  <p:tag name="KSO_WM_UNIT_TYPE" val="i"/>
  <p:tag name="KSO_WM_UNIT_INDEX" val="5"/>
  <p:tag name="KSO_WM_BEAUTIFY_FLAG" val="#wm#"/>
  <p:tag name="KSO_WM_TAG_VERSION" val="3.0"/>
  <p:tag name="LayoutZOrder" val="7"/>
  <p:tag name="KSO_WM_UNIT_ID" val="_9*i*5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761"/>
</p:tagLst>
</file>

<file path=ppt/tags/tag465.xml><?xml version="1.0" encoding="utf-8"?>
<p:tagLst xmlns:p="http://schemas.openxmlformats.org/presentationml/2006/main">
  <p:tag name="KSO_WM_UNIT_TYPE" val="f"/>
  <p:tag name="KSO_WM_BEAUTIFY_FLAG" val="#wm#"/>
  <p:tag name="KSO_WM_FIGMA_FLAG" val="#fgm#"/>
  <p:tag name="KSO_WM_UNIT_INDEX" val="1"/>
  <p:tag name="KSO_WM_UNIT_SUBTYPE" val="c"/>
  <p:tag name="KSO_WM_UNIT_TEXT_TYPE" val="1"/>
  <p:tag name="KSO_WM_UNIT_ID" val="_9*f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0761"/>
  <p:tag name="KSO_WM_TEMPLATE_CATEGORY" val="custom"/>
</p:tagLst>
</file>

<file path=ppt/tags/tag466.xml><?xml version="1.0" encoding="utf-8"?>
<p:tagLst xmlns:p="http://schemas.openxmlformats.org/presentationml/2006/main">
  <p:tag name="KSO_WM_UNIT_TYPE" val="a"/>
  <p:tag name="KSO_WM_BEAUTIFY_FLAG" val="#wm#"/>
  <p:tag name="KSO_WM_FIGMA_FLAG" val="#fgm#"/>
  <p:tag name="KSO_WM_UNIT_INDEX" val="1"/>
  <p:tag name="KSO_WM_UNIT_TEXT_TYPE" val="1"/>
  <p:tag name="KSO_WM_LAYOUT_CHECK_HASH" val="77cc047cad036965ca62ed0d51e9ade3ddbe8aa1"/>
  <p:tag name="KSO_WM_NEWLAYOUT_ID" val="94"/>
  <p:tag name="KSO_WM_UNIT_ID" val="_9*a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0761"/>
  <p:tag name="KSO_WM_TEMPLATE_CATEGORY" val="custom"/>
</p:tagLst>
</file>

<file path=ppt/tags/tag467.xml><?xml version="1.0" encoding="utf-8"?>
<p:tagLst xmlns:p="http://schemas.openxmlformats.org/presentationml/2006/main">
  <p:tag name="KSO_WM_UNIT_HIGHLIGHT" val="0"/>
  <p:tag name="KSO_WM_BEAUTIFY_FLAG" val="#wm#"/>
  <p:tag name="KSO_WM_FIGMA_FLAG" val="#fgm#"/>
  <p:tag name="KSO_WM_UNIT_INDEX" val="2"/>
  <p:tag name="KSO_WM_UNIT_SUBTYPE" val="b"/>
  <p:tag name="KSO_WM_UNIT_TEXT_TYPE" val="1"/>
  <p:tag name="KSO_WM_UNIT_TYPE" val="f"/>
  <p:tag name="KSO_WM_UNIT_ID" val="_9*f*2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80761"/>
  <p:tag name="KSO_WM_TEMPLATE_CATEGORY" val="custom"/>
</p:tagLst>
</file>

<file path=ppt/tags/tag468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LayoutZOrder" val="5"/>
  <p:tag name="KSO_WM_UNIT_ID" val="_10*i*1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761"/>
</p:tagLst>
</file>

<file path=ppt/tags/tag469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LayoutZOrder" val="6"/>
  <p:tag name="KSO_WM_UNIT_ID" val="_10*i*2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761"/>
</p:tagLst>
</file>

<file path=ppt/tags/tag470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LayoutZOrder" val="7"/>
  <p:tag name="KSO_WM_UNIT_ID" val="_10*i*3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761"/>
</p:tagLst>
</file>

<file path=ppt/tags/tag471.xml><?xml version="1.0" encoding="utf-8"?>
<p:tagLst xmlns:p="http://schemas.openxmlformats.org/presentationml/2006/main">
  <p:tag name="KSO_WM_UNIT_HIGHLIGHT" val="0"/>
  <p:tag name="KSO_WM_BEAUTIFY_FLAG" val="#wm#"/>
  <p:tag name="KSO_WM_FIGMA_FLAG" val="#fgm#"/>
  <p:tag name="KSO_WM_UNIT_INDEX" val="1"/>
  <p:tag name="KSO_WM_UNIT_TEXT_TYPE" val="1"/>
  <p:tag name="KSO_WM_UNIT_TYPE" val="a"/>
  <p:tag name="KSO_WM_LAYOUT_CHECK_HASH" val="51e44e8bb292a8a2579e815081bb7495d134c50d"/>
  <p:tag name="KSO_WM_NEWLAYOUT_ID" val="101"/>
  <p:tag name="KSO_WM_UNIT_ID" val="_10*a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80761"/>
  <p:tag name="KSO_WM_TEMPLATE_CATEGORY" val="custom"/>
</p:tagLst>
</file>

<file path=ppt/tags/tag472.xml><?xml version="1.0" encoding="utf-8"?>
<p:tagLst xmlns:p="http://schemas.openxmlformats.org/presentationml/2006/main">
  <p:tag name="KSO_WM_UNIT_HIGHLIGHT" val="0"/>
  <p:tag name="KSO_WM_BEAUTIFY_FLAG" val="#wm#"/>
  <p:tag name="KSO_WM_FIGMA_FLAG" val="#fgm#"/>
  <p:tag name="KSO_WM_UNIT_INDEX" val="1"/>
  <p:tag name="KSO_WM_UNIT_TYPE" val="e"/>
  <p:tag name="KSO_WM_UNIT_ID" val="_10*e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80761"/>
  <p:tag name="KSO_WM_TEMPLATE_CATEGORY" val="custom"/>
</p:tagLst>
</file>

<file path=ppt/tags/tag473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LayoutZOrder" val="3"/>
  <p:tag name="KSO_WM_UNIT_ID" val="_11*i*1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761"/>
</p:tagLst>
</file>

<file path=ppt/tags/tag474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LayoutZOrder" val="5"/>
  <p:tag name="KSO_WM_UNIT_ID" val="_11*i*2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761"/>
</p:tagLst>
</file>

<file path=ppt/tags/tag475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LayoutZOrder" val="2"/>
  <p:tag name="KSO_WM_UNIT_ID" val="_11*i*3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761"/>
</p:tagLst>
</file>

<file path=ppt/tags/tag476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  <p:tag name="LayoutZOrder" val="6"/>
  <p:tag name="KSO_WM_UNIT_ID" val="_11*i*4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761"/>
</p:tagLst>
</file>

<file path=ppt/tags/tag477.xml><?xml version="1.0" encoding="utf-8"?>
<p:tagLst xmlns:p="http://schemas.openxmlformats.org/presentationml/2006/main">
  <p:tag name="KSO_WM_UNIT_TYPE" val="i"/>
  <p:tag name="KSO_WM_UNIT_INDEX" val="5"/>
  <p:tag name="KSO_WM_BEAUTIFY_FLAG" val="#wm#"/>
  <p:tag name="KSO_WM_TAG_VERSION" val="3.0"/>
  <p:tag name="LayoutZOrder" val="7"/>
  <p:tag name="KSO_WM_UNIT_ID" val="_11*i*5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761"/>
</p:tagLst>
</file>

<file path=ppt/tags/tag478.xml><?xml version="1.0" encoding="utf-8"?>
<p:tagLst xmlns:p="http://schemas.openxmlformats.org/presentationml/2006/main">
  <p:tag name="KSO_WM_BEAUTIFY_FLAG" val="#wm#"/>
  <p:tag name="KSO_WM_FIGMA_FLAG" val="#fgm#"/>
  <p:tag name="KSO_WM_UNIT_INDEX" val="1"/>
  <p:tag name="KSO_WM_UNIT_TEXT_TYPE" val="1"/>
  <p:tag name="KSO_WM_UNIT_TYPE" val="b"/>
  <p:tag name="KSO_WM_UNIT_ID" val="_11*b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0761"/>
  <p:tag name="KSO_WM_TEMPLATE_CATEGORY" val="custom"/>
</p:tagLst>
</file>

<file path=ppt/tags/tag479.xml><?xml version="1.0" encoding="utf-8"?>
<p:tagLst xmlns:p="http://schemas.openxmlformats.org/presentationml/2006/main">
  <p:tag name="KSO_WM_UNIT_TYPE" val="a"/>
  <p:tag name="KSO_WM_BEAUTIFY_FLAG" val="#wm#"/>
  <p:tag name="KSO_WM_FIGMA_FLAG" val="#fgm#"/>
  <p:tag name="KSO_WM_UNIT_INDEX" val="1"/>
  <p:tag name="KSO_WM_UNIT_TEXT_TYPE" val="1"/>
  <p:tag name="KSO_WM_LAYOUT_CHECK_HASH" val="a5922c044143079d835b09c02cf8a6c59502ca17"/>
  <p:tag name="KSO_WM_NEWLAYOUT_ID" val="106"/>
  <p:tag name="KSO_WM_UNIT_ID" val="_11*a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0761"/>
  <p:tag name="KSO_WM_TEMPLATE_CATEGORY" val="custom"/>
</p:tagLst>
</file>

<file path=ppt/tags/tag480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761"/>
</p:tagLst>
</file>

<file path=ppt/tags/tag48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761"/>
</p:tagLst>
</file>

<file path=ppt/tags/tag48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761"/>
</p:tagLst>
</file>

<file path=ppt/tags/tag483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b"/>
</p:tagLst>
</file>

<file path=ppt/tags/tag48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a"/>
  <p:tag name="KSO_WM_LAYOUT_CHECK_HASH" val="fb1fe8a4a0a7b658a0785c4cf6806a50338dafa2"/>
  <p:tag name="KSO_WM_NEWLAYOUT_ID" val="1"/>
</p:tagLst>
</file>

<file path=ppt/tags/tag48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SUBTYPE" val="d"/>
  <p:tag name="KSO_WM_UNIT_TYPE" val="l_h_i"/>
</p:tagLst>
</file>

<file path=ppt/tags/tag486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UNIT_INDEX" val="1_1_2"/>
  <p:tag name="KSO_WM_UNIT_TYPE" val="l_h_i"/>
</p:tagLst>
</file>

<file path=ppt/tags/tag48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48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SUBTYPE" val="d"/>
  <p:tag name="KSO_WM_UNIT_TYPE" val="l_h_i"/>
</p:tagLst>
</file>

<file path=ppt/tags/tag489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UNIT_INDEX" val="1_2_2"/>
  <p:tag name="KSO_WM_UNIT_TYPE" val="l_h_i"/>
</p:tagLst>
</file>

<file path=ppt/tags/tag49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49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SUBTYPE" val="d"/>
  <p:tag name="KSO_WM_UNIT_TYPE" val="l_h_i"/>
</p:tagLst>
</file>

<file path=ppt/tags/tag492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UNIT_INDEX" val="1_3_2"/>
  <p:tag name="KSO_WM_UNIT_TYPE" val="l_h_i"/>
</p:tagLst>
</file>

<file path=ppt/tags/tag49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49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SUBTYPE" val="d"/>
  <p:tag name="KSO_WM_UNIT_TYPE" val="l_h_i"/>
</p:tagLst>
</file>

<file path=ppt/tags/tag495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UNIT_INDEX" val="1_4_2"/>
  <p:tag name="KSO_WM_UNIT_TYPE" val="l_h_i"/>
</p:tagLst>
</file>

<file path=ppt/tags/tag49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</p:tagLst>
</file>

<file path=ppt/tags/tag497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  <p:tag name="LayoutZOrder" val="6"/>
  <p:tag name="KSO_WM_UNIT_ID" val="_1**"/>
  <p:tag name="KSO_WM_UNIT_LAYERLEVEL" val="1"/>
  <p:tag name="KSO_WM_TEMPLATE_CATEGORY" val="custom"/>
  <p:tag name="KSO_WM_TEMPLATE_USER_THEME" val="1"/>
</p:tagLst>
</file>

<file path=ppt/tags/tag498.xml><?xml version="1.0" encoding="utf-8"?>
<p:tagLst xmlns:p="http://schemas.openxmlformats.org/presentationml/2006/main">
  <p:tag name="KSO_WM_UNIT_TYPE" val="i"/>
  <p:tag name="KSO_WM_UNIT_INDEX" val="5"/>
  <p:tag name="KSO_WM_BEAUTIFY_FLAG" val="#wm#"/>
  <p:tag name="KSO_WM_TAG_VERSION" val="3.0"/>
  <p:tag name="LayoutZOrder" val="7"/>
  <p:tag name="KSO_WM_UNIT_ID" val="_1**"/>
  <p:tag name="KSO_WM_UNIT_LAYERLEVEL" val="1"/>
  <p:tag name="KSO_WM_TEMPLATE_CATEGORY" val="custom"/>
  <p:tag name="KSO_WM_TEMPLATE_USER_THEME" val="1"/>
</p:tagLst>
</file>

<file path=ppt/tags/tag499.xml><?xml version="1.0" encoding="utf-8"?>
<p:tagLst xmlns:p="http://schemas.openxmlformats.org/presentationml/2006/main">
  <p:tag name="KSO_WM_UNIT_TYPE" val="i"/>
  <p:tag name="KSO_WM_UNIT_INDEX" val="5"/>
  <p:tag name="KSO_WM_BEAUTIFY_FLAG" val="#wm#"/>
  <p:tag name="KSO_WM_TAG_VERSION" val="3.0"/>
  <p:tag name="LayoutZOrder" val="7"/>
  <p:tag name="KSO_WM_UNIT_ID" val="_1**"/>
  <p:tag name="KSO_WM_UNIT_LAYERLEVEL" val="1"/>
  <p:tag name="KSO_WM_TEMPLATE_CATEGORY" val="custom"/>
  <p:tag name="KSO_WM_TEMPLATE_USER_THEME" val="1"/>
</p:tagLst>
</file>

<file path=ppt/tags/tag500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761"/>
</p:tagLst>
</file>

<file path=ppt/tags/tag501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761"/>
</p:tagLst>
</file>

<file path=ppt/tags/tag502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761"/>
</p:tagLst>
</file>

<file path=ppt/tags/tag503.xml><?xml version="1.0" encoding="utf-8"?>
<p:tagLst xmlns:p="http://schemas.openxmlformats.org/presentationml/2006/main">
  <p:tag name="KSO_WM_UNIT_TYPE" val="f"/>
  <p:tag name="KSO_WM_UNIT_INDEX" val="1"/>
  <p:tag name="KSO_WM_UNIT_ID" val="_0*f*1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761"/>
</p:tagLst>
</file>

<file path=ppt/tags/tag504.xml><?xml version="1.0" encoding="utf-8"?>
<p:tagLst xmlns:p="http://schemas.openxmlformats.org/presentationml/2006/main">
  <p:tag name="KSO_WM_UNIT_TYPE" val="a"/>
  <p:tag name="KSO_WM_UNIT_INDEX" val="1"/>
  <p:tag name="KSO_WM_UNIT_ID" val="_0*a*1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761"/>
</p:tagLst>
</file>

<file path=ppt/tags/tag505.xml><?xml version="1.0" encoding="utf-8"?>
<p:tagLst xmlns:p="http://schemas.openxmlformats.org/presentationml/2006/main">
  <p:tag name="KSO_WM_TEMPLATE_SUBCATEGORY" val="29"/>
  <p:tag name="KSO_WM_BEAUTIFY_FLAG" val="#wm#"/>
  <p:tag name="KSO_WM_TEMPLATE_SLIDE_ID" val="slide_d799d37ec7ee1a76"/>
  <p:tag name="KSO_WM_TEMPLATE_THUMBS_INDEX" val="1、9"/>
  <p:tag name="KSO_WM_TEMPLATE_INDEX" val="40480761"/>
  <p:tag name="KSO_WM_TEMPLATE_CATEGORY" val="custom"/>
  <p:tag name="KSO_WM_TEMPLATE_MASTER_TYPE" val="0"/>
  <p:tag name="KSO_WM_TAG_VERSION" val="3.0"/>
</p:tagLst>
</file>

<file path=ppt/tags/tag506.xml><?xml version="1.0" encoding="utf-8"?>
<p:tagLst xmlns:p="http://schemas.openxmlformats.org/presentationml/2006/main">
  <p:tag name="KSO_WM_AITEMPLATE_STYLE_ID" val="69796636307"/>
</p:tagLst>
</file>

<file path=ppt/tags/tag507.xml><?xml version="1.0" encoding="utf-8"?>
<p:tagLst xmlns:p="http://schemas.openxmlformats.org/presentationml/2006/main">
  <p:tag name="KSO_WM_UNIT_TYPE" val="f"/>
  <p:tag name="KSO_WM_BEAUTIFY_FLAG" val="#wm#"/>
  <p:tag name="KSO_WM_FIGMA_FLAG" val="#fgm#"/>
  <p:tag name="KSO_WM_UNIT_INDEX" val="1"/>
  <p:tag name="KSO_WM_UNIT_SUBTYPE" val="c"/>
  <p:tag name="KSO_WM_UNIT_TEXT_TYPE" val="1"/>
  <p:tag name="KSO_WM_UNIT_PRESET_TEXT" val="20XX YEAR"/>
  <p:tag name="KSO_WM_UNIT_ID" val="_9*f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0761"/>
  <p:tag name="KSO_WM_TEMPLATE_CATEGORY" val="custom"/>
</p:tagLst>
</file>

<file path=ppt/tags/tag508.xml><?xml version="1.0" encoding="utf-8"?>
<p:tagLst xmlns:p="http://schemas.openxmlformats.org/presentationml/2006/main">
  <p:tag name="KSO_WM_UNIT_TYPE" val="a"/>
  <p:tag name="KSO_WM_BEAUTIFY_FLAG" val="#wm#"/>
  <p:tag name="KSO_WM_FIGMA_FLAG" val="#fgm#"/>
  <p:tag name="KSO_WM_UNIT_INDEX" val="1"/>
  <p:tag name="KSO_WM_UNIT_TEXT_TYPE" val="1"/>
  <p:tag name="KSO_WM_LAYOUT_CHECK_HASH" val="77cc047cad036965ca62ed0d51e9ade3ddbe8aa1"/>
  <p:tag name="KSO_WM_NEWLAYOUT_ID" val="94"/>
  <p:tag name="KSO_WM_UNIT_PRESET_TEXT" val="单击此处&#10;添加文档标题"/>
  <p:tag name="KSO_WM_UNIT_ID" val="_9*a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0761"/>
  <p:tag name="KSO_WM_TEMPLATE_CATEGORY" val="custom"/>
</p:tagLst>
</file>

<file path=ppt/tags/tag509.xml><?xml version="1.0" encoding="utf-8"?>
<p:tagLst xmlns:p="http://schemas.openxmlformats.org/presentationml/2006/main">
  <p:tag name="KSO_WM_UNIT_HIGHLIGHT" val="0"/>
  <p:tag name="KSO_WM_BEAUTIFY_FLAG" val="#wm#"/>
  <p:tag name="KSO_WM_FIGMA_FLAG" val="#fgm#"/>
  <p:tag name="KSO_WM_UNIT_INDEX" val="2"/>
  <p:tag name="KSO_WM_UNIT_SUBTYPE" val="b"/>
  <p:tag name="KSO_WM_UNIT_TEXT_TYPE" val="1"/>
  <p:tag name="KSO_WM_UNIT_TYPE" val="f"/>
  <p:tag name="KSO_WM_UNIT_PRESET_TEXT" val="BY WPS"/>
  <p:tag name="KSO_WM_UNIT_ID" val="_9*f*2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80761"/>
  <p:tag name="KSO_WM_TEMPLATE_CATEGORY" val="custom"/>
</p:tagLst>
</file>

<file path=ppt/tags/tag510.xml><?xml version="1.0" encoding="utf-8"?>
<p:tagLst xmlns:p="http://schemas.openxmlformats.org/presentationml/2006/main">
  <p:tag name="KSO_WM_SLIDE_CONTENT_ORIENTATION" val="left"/>
  <p:tag name="KSO_WM_SLIDE_HAS_MASK" val="0"/>
  <p:tag name="KSO_WM_SLIDE_ITEM_CNT" val="0"/>
  <p:tag name="KSO_WM_SLIDE_TYPE" val="title"/>
  <p:tag name="KSO_WM_TEMPLATE_SUBCATEGORY" val="29"/>
  <p:tag name="KSO_WM_BEAUTIFY_FLAG" val="#wm#"/>
  <p:tag name="KSO_WM_TEMPLATE_SLIDE_ID" val="slide_d799d37ec7ee1a76"/>
  <p:tag name="KSO_WM_TEMPLATE_THUMBS_INDEX" val="1、9"/>
  <p:tag name="KSO_WM_TEMPLATE_INDEX" val="40480761"/>
  <p:tag name="KSO_WM_TEMPLATE_CATEGORY" val="custom"/>
  <p:tag name="KSO_WM_SLIDE_INDEX" val="1"/>
  <p:tag name="KSO_WM_SLIDE_ID" val="custom40480761_1"/>
  <p:tag name="KSO_WM_TEMPLATE_MASTER_TYPE" val="0"/>
  <p:tag name="KSO_WM_SLIDE_LAYOUT" val="a_f"/>
  <p:tag name="KSO_WM_SLIDE_LAYOUT_CNT" val="1_2"/>
  <p:tag name="KSO_WM_TAG_VERSION" val="3.0"/>
</p:tagLst>
</file>

<file path=ppt/tags/tag511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b"/>
</p:tagLst>
</file>

<file path=ppt/tags/tag512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a"/>
  <p:tag name="KSO_WM_LAYOUT_CHECK_HASH" val="a611c4a3247a751885dd95d309052621dc820207"/>
  <p:tag name="KSO_WM_NEWLAYOUT_GROUP_ID" val="layout_1-5"/>
  <p:tag name="KSO_WM_NEWLAYOUT_ID" val="slide_61223ae7a7f7aefc"/>
</p:tagLst>
</file>

<file path=ppt/tags/tag51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SUBTYPE" val="d"/>
  <p:tag name="KSO_WM_UNIT_TYPE" val="l_h_i"/>
  <p:tag name="KSO_WM_UNIT_PRESET_TEXT" val="01"/>
  <p:tag name="KSO_WM_SLIDE_FIGMA_DIAGRAM" val="1"/>
</p:tagLst>
</file>

<file path=ppt/tags/tag514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2"/>
  <p:tag name="KSO_WM_UNIT_TYPE" val="l_h_i"/>
  <p:tag name="KSO_WM_UNIT_PRESET_TEXT" val=" "/>
  <p:tag name="KSO_WM_SLIDE_FIGMA_DIAGRAM" val="1"/>
</p:tagLst>
</file>

<file path=ppt/tags/tag51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  <p:tag name="KSO_WM_SLIDE_FIGMA_DIAGRAM" val="1"/>
</p:tagLst>
</file>

<file path=ppt/tags/tag51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SUBTYPE" val="d"/>
  <p:tag name="KSO_WM_UNIT_TYPE" val="l_h_i"/>
  <p:tag name="KSO_WM_UNIT_PRESET_TEXT" val="02"/>
  <p:tag name="KSO_WM_SLIDE_FIGMA_DIAGRAM" val="1"/>
</p:tagLst>
</file>

<file path=ppt/tags/tag517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2"/>
  <p:tag name="KSO_WM_UNIT_TYPE" val="l_h_i"/>
  <p:tag name="KSO_WM_UNIT_PRESET_TEXT" val=" "/>
  <p:tag name="KSO_WM_SLIDE_FIGMA_DIAGRAM" val="1"/>
</p:tagLst>
</file>

<file path=ppt/tags/tag51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此处添加项标题"/>
  <p:tag name="KSO_WM_SLIDE_FIGMA_DIAGRAM" val="1"/>
</p:tagLst>
</file>

<file path=ppt/tags/tag51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SUBTYPE" val="d"/>
  <p:tag name="KSO_WM_UNIT_TYPE" val="l_h_i"/>
  <p:tag name="KSO_WM_UNIT_PRESET_TEXT" val="03"/>
  <p:tag name="KSO_WM_SLIDE_FIGMA_DIAGRAM" val="1"/>
</p:tagLst>
</file>

<file path=ppt/tags/tag520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2"/>
  <p:tag name="KSO_WM_UNIT_TYPE" val="l_h_i"/>
  <p:tag name="KSO_WM_UNIT_PRESET_TEXT" val=" "/>
  <p:tag name="KSO_WM_SLIDE_FIGMA_DIAGRAM" val="1"/>
</p:tagLst>
</file>

<file path=ppt/tags/tag52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  <p:tag name="KSO_WM_UNIT_PRESET_TEXT" val="单击此处添加项标题"/>
  <p:tag name="KSO_WM_SLIDE_FIGMA_DIAGRAM" val="1"/>
</p:tagLst>
</file>

<file path=ppt/tags/tag52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SUBTYPE" val="d"/>
  <p:tag name="KSO_WM_UNIT_TYPE" val="l_h_i"/>
  <p:tag name="KSO_WM_UNIT_PRESET_TEXT" val="04"/>
  <p:tag name="KSO_WM_SLIDE_FIGMA_DIAGRAM" val="1"/>
</p:tagLst>
</file>

<file path=ppt/tags/tag523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4_2"/>
  <p:tag name="KSO_WM_UNIT_TYPE" val="l_h_i"/>
  <p:tag name="KSO_WM_UNIT_PRESET_TEXT" val=" "/>
  <p:tag name="KSO_WM_SLIDE_FIGMA_DIAGRAM" val="1"/>
</p:tagLst>
</file>

<file path=ppt/tags/tag52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  <p:tag name="KSO_WM_UNIT_PRESET_TEXT" val="单击此处添加项标题"/>
  <p:tag name="KSO_WM_SLIDE_FIGMA_DIAGRAM" val="1"/>
</p:tagLst>
</file>

<file path=ppt/tags/tag525.xml><?xml version="1.0" encoding="utf-8"?>
<p:tagLst xmlns:p="http://schemas.openxmlformats.org/presentationml/2006/main">
  <p:tag name="KSO_WM_SLIDE_CONTENT_ORIENTATION" val=""/>
  <p:tag name="KSO_WM_SLIDE_HAS_MASK" val="0"/>
  <p:tag name="KSO_WM_SLIDE_ITEM_CNT" val="4"/>
  <p:tag name="KSO_WM_SLIDE_TYPE" val="contents"/>
  <p:tag name="KSO_WM_TEMPLATE_SUBCATEGORY" val="29"/>
  <p:tag name="KSO_WM_BEAUTIFY_FLAG" val="#wm#"/>
  <p:tag name="KSO_WM_TEMPLATE_FIGMA_ID" val="69796636307"/>
  <p:tag name="KSO_WM_TEMPLATE_SLIDE_ID" val="slide_61223ae7a7f7aefc"/>
</p:tagLst>
</file>

<file path=ppt/tags/tag526.xml><?xml version="1.0" encoding="utf-8"?>
<p:tagLst xmlns:p="http://schemas.openxmlformats.org/presentationml/2006/main">
  <p:tag name="KSO_WM_UNIT_HIGHLIGHT" val="0"/>
  <p:tag name="KSO_WM_BEAUTIFY_FLAG" val="#wm#"/>
  <p:tag name="KSO_WM_FIGMA_FLAG" val="#fgm#"/>
  <p:tag name="KSO_WM_UNIT_INDEX" val="1"/>
  <p:tag name="KSO_WM_UNIT_TEXT_TYPE" val="1"/>
  <p:tag name="KSO_WM_UNIT_TYPE" val="a"/>
  <p:tag name="KSO_WM_LAYOUT_CHECK_HASH" val="51e44e8bb292a8a2579e815081bb7495d134c50d"/>
  <p:tag name="KSO_WM_NEWLAYOUT_ID" val="101"/>
  <p:tag name="KSO_WM_UNIT_PRESET_TEXT" val="单击此处添加章节标题"/>
  <p:tag name="KSO_WM_UNIT_ID" val="_10*a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80761"/>
  <p:tag name="KSO_WM_TEMPLATE_CATEGORY" val="custom"/>
</p:tagLst>
</file>

<file path=ppt/tags/tag527.xml><?xml version="1.0" encoding="utf-8"?>
<p:tagLst xmlns:p="http://schemas.openxmlformats.org/presentationml/2006/main">
  <p:tag name="KSO_WM_UNIT_HIGHLIGHT" val="0"/>
  <p:tag name="KSO_WM_BEAUTIFY_FLAG" val="#wm#"/>
  <p:tag name="KSO_WM_FIGMA_FLAG" val="#fgm#"/>
  <p:tag name="KSO_WM_UNIT_INDEX" val="1"/>
  <p:tag name="KSO_WM_UNIT_TYPE" val="e"/>
  <p:tag name="KSO_WM_UNIT_PRESET_TEXT" val="01"/>
  <p:tag name="KSO_WM_UNIT_ID" val="_10*e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80761"/>
  <p:tag name="KSO_WM_TEMPLATE_CATEGORY" val="custom"/>
</p:tagLst>
</file>

<file path=ppt/tags/tag528.xml><?xml version="1.0" encoding="utf-8"?>
<p:tagLst xmlns:p="http://schemas.openxmlformats.org/presentationml/2006/main">
  <p:tag name="KSO_WM_SLIDE_CONTENT_ORIENTATION" val="center"/>
  <p:tag name="KSO_WM_SLIDE_HAS_MASK" val="0"/>
  <p:tag name="KSO_WM_SLIDE_ITEM_CNT" val="0"/>
  <p:tag name="KSO_WM_SLIDE_TYPE" val="sectionTitle"/>
  <p:tag name="KSO_WM_TEMPLATE_SUBCATEGORY" val="29"/>
  <p:tag name="KSO_WM_BEAUTIFY_FLAG" val="#wm#"/>
  <p:tag name="KSO_WM_TEMPLATE_SLIDE_ID" val="slide_8d1615941f9e1a55"/>
  <p:tag name="KSO_WM_TEMPLATE_INDEX" val="40480761"/>
  <p:tag name="KSO_WM_TEMPLATE_CATEGORY" val="custom"/>
  <p:tag name="KSO_WM_SLIDE_INDEX" val="3"/>
  <p:tag name="KSO_WM_SLIDE_ID" val="custom40480761_7"/>
  <p:tag name="KSO_WM_TEMPLATE_MASTER_TYPE" val="0"/>
  <p:tag name="KSO_WM_SLIDE_LAYOUT" val="a_e"/>
  <p:tag name="KSO_WM_SLIDE_LAYOUT_CNT" val="1_1"/>
  <p:tag name="KSO_WM_TAG_VERSION" val="3.0"/>
</p:tagLst>
</file>

<file path=ppt/tags/tag529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e393712936ccc67c45e3b8fad47e2e801c3315ee"/>
  <p:tag name="KSO_WM_NEWLAYOUT_GROUP_ID" val="layout_62"/>
  <p:tag name="KSO_WM_NEWLAYOUT_ID" val="slide_72ee7055fb184196"/>
  <p:tag name="KSO_WM_UNIT_PRESET_TEXT" val="单击此处添加标题"/>
</p:tagLst>
</file>

<file path=ppt/tags/tag530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  <p:tag name="MH_PIC_SOURCE_TYPE" val="generate_slide_ai*{&quot;id&quot;:&quot;https://sjzg-images.ks3-cn-beijing-internal.ksyun.com/tim_gen_images/doubao_gen/a8914ed928d644b81c360933e5583344_0.png?Expires=1773810944\u0026AWSAccessKeyId=AKLTHzmNYxS86KQFnb2pvxtA\u0026Signature=VGXhhYyYwsZ4LwBy%2FPBI%2F5oqgAU%3D&quot;,&quot;product_name&quot;:&quot;wps-wpp-pc&quot;,&quot;intention_code&quot;:&quot;wps_wpp_generate_doc_pay&quot;}*auto_cache_hit_3.0.7_prod*1773724542206_bfa354_23767e30476a-slide-4"/>
</p:tagLst>
</file>

<file path=ppt/tags/tag531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  <p:tag name="KSO_WM_UNIT_PRESET_TEXT" val=" "/>
</p:tagLst>
</file>

<file path=ppt/tags/tag53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项标题"/>
</p:tagLst>
</file>

<file path=ppt/tags/tag53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534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  <p:tag name="KSO_WM_UNIT_PRESET_TEXT" val=" "/>
</p:tagLst>
</file>

<file path=ppt/tags/tag53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项标题"/>
</p:tagLst>
</file>

<file path=ppt/tags/tag53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537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69796636307"/>
  <p:tag name="KSO_WM_TEMPLATE_SLIDE_ID" val="slide_72ee7055fb184196"/>
</p:tagLst>
</file>

<file path=ppt/tags/tag538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bfb3a93ffdaaff235c702eff79fa6a9c0e835e4b"/>
  <p:tag name="KSO_WM_NEWLAYOUT_GROUP_ID" val="layout_34"/>
  <p:tag name="KSO_WM_NEWLAYOUT_ID" val="slide_4acdb5d565d7a68b"/>
  <p:tag name="KSO_WM_UNIT_PRESET_TEXT" val="单击此处添加标题"/>
</p:tagLst>
</file>

<file path=ppt/tags/tag53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  <p:tag name="MH_PIC_SOURCE_TYPE" val="generate_slide_ai*{&quot;id&quot;:&quot;http://zh-ai-group.ks3-cn-beijing-internal.ksyun.com/image_generate/image_process/production/202603/fef28a56-bdea-4c5e-be6b-7f3d93193e0e.jpg?Expires=1805260548\u0026AWSAccessKeyId=AKLT9NSy7kh8TIS1UzNqLRY2\u0026Signature=yQTndop%2BsNe5ToLgVDlIDAu4BFQ%3D&quot;,&quot;product_name&quot;:&quot;wps-wpp-pc&quot;,&quot;intention_code&quot;:&quot;wps_wpp_generate_doc_pay&quot;}*auto_qingqiu_3.0.7_prod*1773724542206_bfa354_23767e30476a-slide-5"/>
</p:tagLst>
</file>

<file path=ppt/tags/tag54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</p:tagLst>
</file>

<file path=ppt/tags/tag54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54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  <p:tag name="MH_PIC_SOURCE_TYPE" val="generate_slide_ai*{&quot;id&quot;:&quot;http://zh-ai-group.ks3-cn-beijing-internal.ksyun.com/image_generate/image_process/production/202603/445f05cf-d7d0-42b4-9e7f-3c4023d6a6a7.jpg?Expires=1805260548\u0026AWSAccessKeyId=AKLT9NSy7kh8TIS1UzNqLRY2\u0026Signature=5SZoriXob%2Faty7einvmhu2WfMmc%3D&quot;,&quot;product_name&quot;:&quot;wps-wpp-pc&quot;,&quot;intention_code&quot;:&quot;wps_wpp_generate_doc_pay&quot;}*auto_qingqiu_3.0.7_prod*1773724542206_bfa354_23767e30476a-slide-5"/>
</p:tagLst>
</file>

<file path=ppt/tags/tag54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此处添加项标题"/>
</p:tagLst>
</file>

<file path=ppt/tags/tag54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54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d"/>
  <p:tag name="MH_PIC_SOURCE_TYPE" val="generate_slide_ai*{&quot;id&quot;:&quot;http://zh-ai-group.ks3-cn-beijing-internal.ksyun.com/image_generate/image_process/production/202603/d6285664-3200-47ed-be3b-3a619a8672f9.jpg?Expires=1805260550\u0026AWSAccessKeyId=AKLT9NSy7kh8TIS1UzNqLRY2\u0026Signature=aydLLR%2BnyuEvbmlPcc5cEcjQE3s%3D&quot;,&quot;product_name&quot;:&quot;wps-wpp-pc&quot;,&quot;intention_code&quot;:&quot;wps_wpp_generate_doc_pay&quot;}*auto_qingqiu_3.0.7_prod*1773724542206_bfa354_23767e30476a-slide-5"/>
</p:tagLst>
</file>

<file path=ppt/tags/tag54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  <p:tag name="KSO_WM_UNIT_PRESET_TEXT" val="单击此处添加项标题"/>
</p:tagLst>
</file>

<file path=ppt/tags/tag54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  <p:tag name="KSO_WM_UNIT_PRESET_TEXT" val="单击此处添加项正文"/>
</p:tagLst>
</file>

<file path=ppt/tags/tag548.xml><?xml version="1.0" encoding="utf-8"?>
<p:tagLst xmlns:p="http://schemas.openxmlformats.org/presentationml/2006/main">
  <p:tag name="KSO_WM_SLIDE_CONTENT_ORIENTATION" val=""/>
  <p:tag name="KSO_WM_SLIDE_HAS_MASK" val="0"/>
  <p:tag name="KSO_WM_SLIDE_ITEM_CNT" val="3"/>
  <p:tag name="KSO_WM_SLIDE_TYPE" val="text"/>
  <p:tag name="KSO_WM_TEMPLATE_SUBCATEGORY" val="29"/>
  <p:tag name="KSO_WM_BEAUTIFY_FLAG" val="#wm#"/>
  <p:tag name="KSO_WM_TEMPLATE_FIGMA_ID" val="69796636307"/>
  <p:tag name="KSO_WM_TEMPLATE_SLIDE_ID" val="slide_4acdb5d565d7a68b"/>
</p:tagLst>
</file>

<file path=ppt/tags/tag549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c71e7e4a03edf9a2be3c6cc893e325fa9aca9a0b"/>
  <p:tag name="KSO_WM_NEWLAYOUT_GROUP_ID" val="layout_10013"/>
  <p:tag name="KSO_WM_NEWLAYOUT_ID" val="slide_2b9069f18f10c117"/>
  <p:tag name="KSO_WM_UNIT_PRESET_TEXT" val="单击此处添加标题"/>
</p:tagLst>
</file>

<file path=ppt/tags/tag550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  <p:tag name="MH_PIC_SOURCE_TYPE" val="generate_slide_ai*{&quot;id&quot;:&quot;https://sjzg-images.ks3-cn-beijing-internal.ksyun.com/tim_gen_images/doubao_gen_days/2025-10-16/bd918aec14ef57eb5f30cd9d68bafbfe_0.png?Expires=1773810944\u0026AWSAccessKeyId=AKLTHzmNYxS86KQFnb2pvxtA\u0026Signature=4wCJ3Q0Fe1qr1sFUxS8kCh2voQo%3D&quot;,&quot;product_name&quot;:&quot;wps-wpp-pc&quot;,&quot;intention_code&quot;:&quot;wps_wpp_generate_doc_pay&quot;}*auto_cache_hit_3.0.7_prod*1773724542206_bfa354_23767e30476a-slide-6"/>
</p:tagLst>
</file>

<file path=ppt/tags/tag55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</p:tagLst>
</file>

<file path=ppt/tags/tag55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55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此处添加项标题"/>
</p:tagLst>
</file>

<file path=ppt/tags/tag55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55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  <p:tag name="KSO_WM_UNIT_PRESET_TEXT" val="单击此处添加项标题"/>
</p:tagLst>
</file>

<file path=ppt/tags/tag55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  <p:tag name="KSO_WM_UNIT_PRESET_TEXT" val="单击此处添加项正文"/>
</p:tagLst>
</file>

<file path=ppt/tags/tag557.xml><?xml version="1.0" encoding="utf-8"?>
<p:tagLst xmlns:p="http://schemas.openxmlformats.org/presentationml/2006/main">
  <p:tag name="KSO_WM_SLIDE_CONTENT_ORIENTATION" val=""/>
  <p:tag name="KSO_WM_SLIDE_HAS_MASK" val="0"/>
  <p:tag name="KSO_WM_SLIDE_ITEM_CNT" val="3"/>
  <p:tag name="KSO_WM_SLIDE_TYPE" val="text"/>
  <p:tag name="KSO_WM_TEMPLATE_SUBCATEGORY" val="29"/>
  <p:tag name="KSO_WM_BEAUTIFY_FLAG" val="#wm#"/>
  <p:tag name="KSO_WM_TEMPLATE_FIGMA_ID" val="69796636307"/>
  <p:tag name="KSO_WM_TEMPLATE_SLIDE_ID" val="slide_2b9069f18f10c117"/>
</p:tagLst>
</file>

<file path=ppt/tags/tag558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c71e7e4a03edf9a2be3c6cc893e325fa9aca9a0b"/>
  <p:tag name="KSO_WM_NEWLAYOUT_GROUP_ID" val="layout_10013"/>
  <p:tag name="KSO_WM_NEWLAYOUT_ID" val="slide_2b9069f18f10c117"/>
</p:tagLst>
</file>

<file path=ppt/tags/tag559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56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56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56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56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56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56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566.xml><?xml version="1.0" encoding="utf-8"?>
<p:tagLst xmlns:p="http://schemas.openxmlformats.org/presentationml/2006/main">
  <p:tag name="KSO_WM_UNIT_HIGHLIGHT" val="0"/>
  <p:tag name="KSO_WM_BEAUTIFY_FLAG" val="#wm#"/>
  <p:tag name="KSO_WM_FIGMA_FLAG" val="#fgm#"/>
  <p:tag name="KSO_WM_UNIT_INDEX" val="1"/>
  <p:tag name="KSO_WM_UNIT_TEXT_TYPE" val="1"/>
  <p:tag name="KSO_WM_UNIT_TYPE" val="a"/>
  <p:tag name="KSO_WM_LAYOUT_CHECK_HASH" val="51e44e8bb292a8a2579e815081bb7495d134c50d"/>
  <p:tag name="KSO_WM_NEWLAYOUT_ID" val="101"/>
  <p:tag name="KSO_WM_UNIT_PRESET_TEXT" val="单击此处添加章节标题"/>
  <p:tag name="KSO_WM_UNIT_ID" val="_10*a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80761"/>
  <p:tag name="KSO_WM_TEMPLATE_CATEGORY" val="custom"/>
</p:tagLst>
</file>

<file path=ppt/tags/tag567.xml><?xml version="1.0" encoding="utf-8"?>
<p:tagLst xmlns:p="http://schemas.openxmlformats.org/presentationml/2006/main">
  <p:tag name="KSO_WM_UNIT_HIGHLIGHT" val="0"/>
  <p:tag name="KSO_WM_BEAUTIFY_FLAG" val="#wm#"/>
  <p:tag name="KSO_WM_FIGMA_FLAG" val="#fgm#"/>
  <p:tag name="KSO_WM_UNIT_INDEX" val="1"/>
  <p:tag name="KSO_WM_UNIT_TYPE" val="e"/>
  <p:tag name="KSO_WM_UNIT_PRESET_TEXT" val="01"/>
  <p:tag name="KSO_WM_UNIT_ID" val="_10*e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80761"/>
  <p:tag name="KSO_WM_TEMPLATE_CATEGORY" val="custom"/>
</p:tagLst>
</file>

<file path=ppt/tags/tag568.xml><?xml version="1.0" encoding="utf-8"?>
<p:tagLst xmlns:p="http://schemas.openxmlformats.org/presentationml/2006/main">
  <p:tag name="KSO_WM_SLIDE_CONTENT_ORIENTATION" val="center"/>
  <p:tag name="KSO_WM_SLIDE_HAS_MASK" val="0"/>
  <p:tag name="KSO_WM_SLIDE_ITEM_CNT" val="0"/>
  <p:tag name="KSO_WM_SLIDE_TYPE" val="sectionTitle"/>
  <p:tag name="KSO_WM_TEMPLATE_SUBCATEGORY" val="29"/>
  <p:tag name="KSO_WM_BEAUTIFY_FLAG" val="#wm#"/>
  <p:tag name="KSO_WM_TEMPLATE_SLIDE_ID" val="slide_8d1615941f9e1a55"/>
  <p:tag name="KSO_WM_TEMPLATE_INDEX" val="40480761"/>
  <p:tag name="KSO_WM_TEMPLATE_CATEGORY" val="custom"/>
  <p:tag name="KSO_WM_SLIDE_INDEX" val="3"/>
  <p:tag name="KSO_WM_SLIDE_ID" val="custom40480761_7"/>
  <p:tag name="KSO_WM_TEMPLATE_MASTER_TYPE" val="0"/>
  <p:tag name="KSO_WM_SLIDE_LAYOUT" val="a_e"/>
  <p:tag name="KSO_WM_SLIDE_LAYOUT_CNT" val="1_1"/>
  <p:tag name="KSO_WM_TAG_VERSION" val="3.0"/>
</p:tagLst>
</file>

<file path=ppt/tags/tag569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09713139962631dfdd00d10897dcc816557c87a2"/>
  <p:tag name="KSO_WM_NEWLAYOUT_GROUP_ID" val="layout_27"/>
  <p:tag name="KSO_WM_NEWLAYOUT_ID" val="slide_0fae1b0c482f3db5"/>
  <p:tag name="KSO_WM_UNIT_PRESET_TEXT" val="单击此处添加标题"/>
</p:tagLst>
</file>

<file path=ppt/tags/tag570.xml><?xml version="1.0" encoding="utf-8"?>
<p:tagLst xmlns:p="http://schemas.openxmlformats.org/presentationml/2006/main">
  <p:tag name="KSO_WM_FIGMA_DECORATION_INDEX" val="14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  <p:tag name="KSO_WM_UNIT_PRESET_TEXT" val=" "/>
</p:tagLst>
</file>

<file path=ppt/tags/tag57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2"/>
  <p:tag name="KSO_WM_UNIT_SUBTYPE" val="d"/>
  <p:tag name="KSO_WM_UNIT_TYPE" val="l_h_i"/>
  <p:tag name="KSO_WM_UNIT_PRESET_TEXT" val="01"/>
</p:tagLst>
</file>

<file path=ppt/tags/tag57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</p:tagLst>
</file>

<file path=ppt/tags/tag57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574.xml><?xml version="1.0" encoding="utf-8"?>
<p:tagLst xmlns:p="http://schemas.openxmlformats.org/presentationml/2006/main">
  <p:tag name="KSO_WM_FIGMA_DECORATION_INDEX" val="14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  <p:tag name="KSO_WM_UNIT_PRESET_TEXT" val=" "/>
</p:tagLst>
</file>

<file path=ppt/tags/tag57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2"/>
  <p:tag name="KSO_WM_UNIT_SUBTYPE" val="d"/>
  <p:tag name="KSO_WM_UNIT_TYPE" val="l_h_i"/>
  <p:tag name="KSO_WM_UNIT_PRESET_TEXT" val="02"/>
</p:tagLst>
</file>

<file path=ppt/tags/tag57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此处添加项标题"/>
</p:tagLst>
</file>

<file path=ppt/tags/tag57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578.xml><?xml version="1.0" encoding="utf-8"?>
<p:tagLst xmlns:p="http://schemas.openxmlformats.org/presentationml/2006/main">
  <p:tag name="KSO_WM_FIGMA_DECORATION_INDEX" val="14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1"/>
  <p:tag name="KSO_WM_UNIT_TYPE" val="l_h_i"/>
  <p:tag name="KSO_WM_UNIT_PRESET_TEXT" val=" "/>
</p:tagLst>
</file>

<file path=ppt/tags/tag57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2"/>
  <p:tag name="KSO_WM_UNIT_SUBTYPE" val="d"/>
  <p:tag name="KSO_WM_UNIT_TYPE" val="l_h_i"/>
  <p:tag name="KSO_WM_UNIT_PRESET_TEXT" val="03"/>
</p:tagLst>
</file>

<file path=ppt/tags/tag58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  <p:tag name="KSO_WM_UNIT_PRESET_TEXT" val="单击此处添加项标题"/>
</p:tagLst>
</file>

<file path=ppt/tags/tag58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  <p:tag name="KSO_WM_UNIT_PRESET_TEXT" val="单击此处添加项正文"/>
</p:tagLst>
</file>

<file path=ppt/tags/tag582.xml><?xml version="1.0" encoding="utf-8"?>
<p:tagLst xmlns:p="http://schemas.openxmlformats.org/presentationml/2006/main">
  <p:tag name="KSO_WM_FIGMA_DECORATION_INDEX" val="14"/>
  <p:tag name="$PH_EXT" val="2"/>
  <p:tag name="KSO_WM_BEAUTIFY_FLAG" val="#fgm#"/>
  <p:tag name="KSO_WM_DIAGRAM_GROUP_CODE" val="1"/>
  <p:tag name="KSO_WM_FIGMA_FLAG" val="#fgm#"/>
  <p:tag name="KSO_WM_SYNC_SLIDE_TEXT" val="1"/>
  <p:tag name="KSO_WM_UNIT_INDEX" val="1_4_1"/>
  <p:tag name="KSO_WM_UNIT_TYPE" val="l_h_i"/>
  <p:tag name="KSO_WM_UNIT_PRESET_TEXT" val=" "/>
</p:tagLst>
</file>

<file path=ppt/tags/tag58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2"/>
  <p:tag name="KSO_WM_UNIT_SUBTYPE" val="d"/>
  <p:tag name="KSO_WM_UNIT_TYPE" val="l_h_i"/>
  <p:tag name="KSO_WM_UNIT_PRESET_TEXT" val="04"/>
</p:tagLst>
</file>

<file path=ppt/tags/tag58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  <p:tag name="KSO_WM_UNIT_PRESET_TEXT" val="单击此处添加项标题"/>
</p:tagLst>
</file>

<file path=ppt/tags/tag58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f"/>
  <p:tag name="KSO_WM_UNIT_PRESET_TEXT" val="单击此处添加项正文"/>
</p:tagLst>
</file>

<file path=ppt/tags/tag586.xml><?xml version="1.0" encoding="utf-8"?>
<p:tagLst xmlns:p="http://schemas.openxmlformats.org/presentationml/2006/main">
  <p:tag name="KSO_WM_FIGMA_DECORATION_INDEX" val="14"/>
  <p:tag name="$PH_EXT" val="2"/>
  <p:tag name="KSO_WM_BEAUTIFY_FLAG" val="#fgm#"/>
  <p:tag name="KSO_WM_DIAGRAM_GROUP_CODE" val="1"/>
  <p:tag name="KSO_WM_FIGMA_FLAG" val="#fgm#"/>
  <p:tag name="KSO_WM_SYNC_SLIDE_TEXT" val="1"/>
  <p:tag name="KSO_WM_UNIT_INDEX" val="1_5_1"/>
  <p:tag name="KSO_WM_UNIT_TYPE" val="l_h_i"/>
  <p:tag name="KSO_WM_UNIT_PRESET_TEXT" val=" "/>
</p:tagLst>
</file>

<file path=ppt/tags/tag58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5_2"/>
  <p:tag name="KSO_WM_UNIT_SUBTYPE" val="d"/>
  <p:tag name="KSO_WM_UNIT_TYPE" val="l_h_i"/>
  <p:tag name="KSO_WM_UNIT_PRESET_TEXT" val="05"/>
</p:tagLst>
</file>

<file path=ppt/tags/tag58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5_1"/>
  <p:tag name="KSO_WM_UNIT_TYPE" val="l_h_a"/>
  <p:tag name="KSO_WM_UNIT_PRESET_TEXT" val="单击此处添加项标题"/>
</p:tagLst>
</file>

<file path=ppt/tags/tag58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5_1"/>
  <p:tag name="KSO_WM_UNIT_TYPE" val="l_h_f"/>
  <p:tag name="KSO_WM_UNIT_PRESET_TEXT" val="单击此处添加项正文"/>
</p:tagLst>
</file>

<file path=ppt/tags/tag590.xml><?xml version="1.0" encoding="utf-8"?>
<p:tagLst xmlns:p="http://schemas.openxmlformats.org/presentationml/2006/main">
  <p:tag name="KSO_WM_SLIDE_CONTENT_ORIENTATION" val=""/>
  <p:tag name="KSO_WM_SLIDE_HAS_MASK" val="0"/>
  <p:tag name="KSO_WM_SLIDE_ITEM_CNT" val="5"/>
  <p:tag name="KSO_WM_SLIDE_TYPE" val="text"/>
  <p:tag name="KSO_WM_TEMPLATE_SUBCATEGORY" val="29"/>
  <p:tag name="KSO_WM_BEAUTIFY_FLAG" val="#wm#"/>
  <p:tag name="KSO_WM_TEMPLATE_FIGMA_ID" val="69796636307"/>
  <p:tag name="KSO_WM_TEMPLATE_SLIDE_ID" val="slide_0fae1b0c482f3db5"/>
</p:tagLst>
</file>

<file path=ppt/tags/tag591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4f9a86810ff4ce0ee5bb420dabad1f7d7efdf5ee"/>
  <p:tag name="KSO_WM_NEWLAYOUT_GROUP_ID" val="layout_31"/>
  <p:tag name="KSO_WM_NEWLAYOUT_ID" val="slide_d233a04c91228a1b"/>
  <p:tag name="KSO_WM_UNIT_PRESET_TEXT" val="单击此处添加标题"/>
</p:tagLst>
</file>

<file path=ppt/tags/tag592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  <p:tag name="KSO_WM_UNIT_PRESET_TEXT" val=" "/>
</p:tagLst>
</file>

<file path=ppt/tags/tag59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  <p:tag name="MH_PIC_SOURCE_TYPE" val="generate_slide_ai*{&quot;id&quot;:&quot;http://zh-ai-group.ks3-cn-beijing-internal.ksyun.com/image_generate/image_process/production/202603/2befdd1a-2573-4f3f-9d05-9bb318d662e8.jpg?Expires=1805260548\u0026AWSAccessKeyId=AKLT9NSy7kh8TIS1UzNqLRY2\u0026Signature=n8XEUuVJo0cLSyKmgAz6R7F9Gog%3D&quot;,&quot;product_name&quot;:&quot;wps-wpp-pc&quot;,&quot;intention_code&quot;:&quot;wps_wpp_generate_doc_pay&quot;}*auto_qingqiu_3.0.7_prod*1773724542206_bfa354_23767e30476a-slide-9"/>
</p:tagLst>
</file>

<file path=ppt/tags/tag59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</p:tagLst>
</file>

<file path=ppt/tags/tag59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596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  <p:tag name="KSO_WM_UNIT_PRESET_TEXT" val=" "/>
</p:tagLst>
</file>

<file path=ppt/tags/tag59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  <p:tag name="MH_PIC_SOURCE_TYPE" val="generate_slide_ai*{&quot;id&quot;:&quot;http://zh-ai-group.ks3-cn-beijing-internal.ksyun.com/image_generate/image_process/production/202603/2114f2e2-9821-4d8d-abce-67d0d792e69f.jpg?Expires=1805260548\u0026AWSAccessKeyId=AKLT9NSy7kh8TIS1UzNqLRY2\u0026Signature=O%2FJWMHQvom2j7ImNSae%2BRD2txa4%3D&quot;,&quot;product_name&quot;:&quot;wps-wpp-pc&quot;,&quot;intention_code&quot;:&quot;wps_wpp_generate_doc_pay&quot;}*auto_qingqiu_3.0.7_prod*1773724542206_bfa354_23767e30476a-slide-9"/>
</p:tagLst>
</file>

<file path=ppt/tags/tag59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此处添加项标题"/>
</p:tagLst>
</file>

<file path=ppt/tags/tag59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600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  <p:tag name="KSO_WM_UNIT_PRESET_TEXT" val=" "/>
</p:tagLst>
</file>

<file path=ppt/tags/tag60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d"/>
  <p:tag name="MH_PIC_SOURCE_TYPE" val="generate_slide_ai*{&quot;id&quot;:&quot;https://sjzg-images.ks3-cn-beijing-internal.ksyun.com/tim_gen_images/doubao_gen/ea25be7d2eee259f2d740e7fd7c96c6c_0.png?Expires=1773810944\u0026AWSAccessKeyId=AKLTHzmNYxS86KQFnb2pvxtA\u0026Signature=csv0%2Bki6r9yxsut%2FnfEvEkPKo0U%3D&quot;,&quot;product_name&quot;:&quot;wps-wpp-pc&quot;,&quot;intention_code&quot;:&quot;wps_wpp_generate_doc_pay&quot;}*auto_cache_hit_3.0.7_prod*1773724542206_bfa354_23767e30476a-slide-9"/>
</p:tagLst>
</file>

<file path=ppt/tags/tag60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  <p:tag name="KSO_WM_UNIT_PRESET_TEXT" val="单击此处添加项标题"/>
</p:tagLst>
</file>

<file path=ppt/tags/tag60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  <p:tag name="KSO_WM_UNIT_PRESET_TEXT" val="单击此处添加项正文"/>
</p:tagLst>
</file>

<file path=ppt/tags/tag604.xml><?xml version="1.0" encoding="utf-8"?>
<p:tagLst xmlns:p="http://schemas.openxmlformats.org/presentationml/2006/main">
  <p:tag name="KSO_WM_SLIDE_CONTENT_ORIENTATION" val=""/>
  <p:tag name="KSO_WM_SLIDE_HAS_MASK" val="0"/>
  <p:tag name="KSO_WM_SLIDE_ITEM_CNT" val="3"/>
  <p:tag name="KSO_WM_SLIDE_TYPE" val="text"/>
  <p:tag name="KSO_WM_TEMPLATE_SUBCATEGORY" val="29"/>
  <p:tag name="KSO_WM_BEAUTIFY_FLAG" val="#wm#"/>
  <p:tag name="KSO_WM_TEMPLATE_FIGMA_ID" val="69796636307"/>
  <p:tag name="KSO_WM_TEMPLATE_SLIDE_ID" val="slide_d233a04c91228a1b"/>
</p:tagLst>
</file>

<file path=ppt/tags/tag605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928f93213ff9bc1c8176cba98828c3284905ad56"/>
  <p:tag name="KSO_WM_NEWLAYOUT_GROUP_ID" val="layout_26"/>
  <p:tag name="KSO_WM_NEWLAYOUT_ID" val="slide_121cc0feefd47eb5"/>
  <p:tag name="KSO_WM_UNIT_PRESET_TEXT" val="单击此处添加标题"/>
</p:tagLst>
</file>

<file path=ppt/tags/tag606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  <p:tag name="KSO_WM_UNIT_PRESET_TEXT" val=" "/>
</p:tagLst>
</file>

<file path=ppt/tags/tag60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  <p:tag name="MH_PIC_SOURCE_TYPE" val="generate_slide_ai*{&quot;id&quot;:&quot;https://sjzg-images.ks3-cn-beijing-internal.ksyun.com/tim_gen_images/doubao_gen/b49051b440a767281f2a16f9281cace6_0.png?Expires=1773810944\u0026AWSAccessKeyId=AKLTHzmNYxS86KQFnb2pvxtA\u0026Signature=x0vQr4Yh5uA2kfNARdMeSRlvJd4%3D&quot;,&quot;product_name&quot;:&quot;wps-wpp-pc&quot;,&quot;intention_code&quot;:&quot;wps_wpp_generate_doc_pay&quot;}*auto_cache_hit_3.0.7_prod*1773724542206_bfa354_23767e30476a-slide-10"/>
</p:tagLst>
</file>

<file path=ppt/tags/tag60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项标题"/>
</p:tagLst>
</file>

<file path=ppt/tags/tag60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610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  <p:tag name="KSO_WM_UNIT_PRESET_TEXT" val=" "/>
</p:tagLst>
</file>

<file path=ppt/tags/tag61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  <p:tag name="MH_PIC_SOURCE_TYPE" val="generate_slide_ai*{&quot;id&quot;:&quot;VCG41N842727238&quot;,&quot;product_name&quot;:&quot;wps-wpp-pc&quot;,&quot;intention_code&quot;:&quot;wps_wpp_generate_doc_pay&quot;}*auto_gallery_3.0.7_prod*1773724542206_bfa354_23767e30476a-slide-10"/>
</p:tagLst>
</file>

<file path=ppt/tags/tag61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项标题"/>
</p:tagLst>
</file>

<file path=ppt/tags/tag61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614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  <p:tag name="KSO_WM_UNIT_PRESET_TEXT" val=" "/>
</p:tagLst>
</file>

<file path=ppt/tags/tag61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d"/>
  <p:tag name="MH_PIC_SOURCE_TYPE" val="generate_slide_ai*{&quot;id&quot;:&quot;http://zh-ai-group.ks3-cn-beijing-internal.ksyun.com/image_generate/image_process/production/v3/202603/03ffbdf4-940e-4a89-976a-755ba3c4e63e.jpg?Expires=1805260549\u0026AWSAccessKeyId=AKLT9NSy7kh8TIS1UzNqLRY2\u0026Signature=drtSkhZZqJYeXvwAQrE7cZEW%2Bn0%3D&quot;,&quot;product_name&quot;:&quot;wps-wpp-pc&quot;,&quot;intention_code&quot;:&quot;wps_wpp_generate_doc_pay&quot;}*auto_qingqiu_3.0.7_prod*1773724542206_bfa354_23767e30476a-slide-10"/>
</p:tagLst>
</file>

<file path=ppt/tags/tag61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  <p:tag name="KSO_WM_UNIT_PRESET_TEXT" val="项标题"/>
</p:tagLst>
</file>

<file path=ppt/tags/tag61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  <p:tag name="KSO_WM_UNIT_PRESET_TEXT" val="单击此处添加项正文"/>
</p:tagLst>
</file>

<file path=ppt/tags/tag618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4_1"/>
  <p:tag name="KSO_WM_UNIT_TYPE" val="l_h_i"/>
  <p:tag name="KSO_WM_UNIT_PRESET_TEXT" val=" "/>
</p:tagLst>
</file>

<file path=ppt/tags/tag61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d"/>
  <p:tag name="MH_PIC_SOURCE_TYPE" val="generate_slide_ai*{&quot;id&quot;:&quot;VCG41N1211805932&quot;,&quot;product_name&quot;:&quot;wps-wpp-pc&quot;,&quot;intention_code&quot;:&quot;wps_wpp_generate_doc_pay&quot;}*auto_gallery_3.0.7_prod*1773724542206_bfa354_23767e30476a-slide-10"/>
</p:tagLst>
</file>

<file path=ppt/tags/tag62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  <p:tag name="KSO_WM_UNIT_PRESET_TEXT" val="项标题"/>
</p:tagLst>
</file>

<file path=ppt/tags/tag62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f"/>
  <p:tag name="KSO_WM_UNIT_PRESET_TEXT" val="单击此处添加项正文"/>
</p:tagLst>
</file>

<file path=ppt/tags/tag622.xml><?xml version="1.0" encoding="utf-8"?>
<p:tagLst xmlns:p="http://schemas.openxmlformats.org/presentationml/2006/main">
  <p:tag name="KSO_WM_SLIDE_CONTENT_ORIENTATION" val=""/>
  <p:tag name="KSO_WM_SLIDE_HAS_MASK" val="0"/>
  <p:tag name="KSO_WM_SLIDE_ITEM_CNT" val="4"/>
  <p:tag name="KSO_WM_SLIDE_TYPE" val="text"/>
  <p:tag name="KSO_WM_TEMPLATE_SUBCATEGORY" val="29"/>
  <p:tag name="KSO_WM_BEAUTIFY_FLAG" val="#wm#"/>
  <p:tag name="KSO_WM_TEMPLATE_FIGMA_ID" val="69796636307"/>
  <p:tag name="KSO_WM_TEMPLATE_SLIDE_ID" val="slide_121cc0feefd47eb5"/>
</p:tagLst>
</file>

<file path=ppt/tags/tag623.xml><?xml version="1.0" encoding="utf-8"?>
<p:tagLst xmlns:p="http://schemas.openxmlformats.org/presentationml/2006/main">
  <p:tag name="KSO_WM_UNIT_HIGHLIGHT" val="0"/>
  <p:tag name="KSO_WM_BEAUTIFY_FLAG" val="#wm#"/>
  <p:tag name="KSO_WM_FIGMA_FLAG" val="#fgm#"/>
  <p:tag name="KSO_WM_UNIT_INDEX" val="1"/>
  <p:tag name="KSO_WM_UNIT_TEXT_TYPE" val="1"/>
  <p:tag name="KSO_WM_UNIT_TYPE" val="a"/>
  <p:tag name="KSO_WM_LAYOUT_CHECK_HASH" val="51e44e8bb292a8a2579e815081bb7495d134c50d"/>
  <p:tag name="KSO_WM_NEWLAYOUT_ID" val="101"/>
  <p:tag name="KSO_WM_UNIT_PRESET_TEXT" val="单击此处添加章节标题"/>
  <p:tag name="KSO_WM_UNIT_ID" val="_10*a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80761"/>
  <p:tag name="KSO_WM_TEMPLATE_CATEGORY" val="custom"/>
</p:tagLst>
</file>

<file path=ppt/tags/tag624.xml><?xml version="1.0" encoding="utf-8"?>
<p:tagLst xmlns:p="http://schemas.openxmlformats.org/presentationml/2006/main">
  <p:tag name="KSO_WM_UNIT_HIGHLIGHT" val="0"/>
  <p:tag name="KSO_WM_BEAUTIFY_FLAG" val="#wm#"/>
  <p:tag name="KSO_WM_FIGMA_FLAG" val="#fgm#"/>
  <p:tag name="KSO_WM_UNIT_INDEX" val="1"/>
  <p:tag name="KSO_WM_UNIT_TYPE" val="e"/>
  <p:tag name="KSO_WM_UNIT_PRESET_TEXT" val="01"/>
  <p:tag name="KSO_WM_UNIT_ID" val="_10*e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80761"/>
  <p:tag name="KSO_WM_TEMPLATE_CATEGORY" val="custom"/>
</p:tagLst>
</file>

<file path=ppt/tags/tag625.xml><?xml version="1.0" encoding="utf-8"?>
<p:tagLst xmlns:p="http://schemas.openxmlformats.org/presentationml/2006/main">
  <p:tag name="KSO_WM_SLIDE_CONTENT_ORIENTATION" val="center"/>
  <p:tag name="KSO_WM_SLIDE_HAS_MASK" val="0"/>
  <p:tag name="KSO_WM_SLIDE_ITEM_CNT" val="0"/>
  <p:tag name="KSO_WM_SLIDE_TYPE" val="sectionTitle"/>
  <p:tag name="KSO_WM_TEMPLATE_SUBCATEGORY" val="29"/>
  <p:tag name="KSO_WM_BEAUTIFY_FLAG" val="#wm#"/>
  <p:tag name="KSO_WM_TEMPLATE_SLIDE_ID" val="slide_8d1615941f9e1a55"/>
  <p:tag name="KSO_WM_TEMPLATE_INDEX" val="40480761"/>
  <p:tag name="KSO_WM_TEMPLATE_CATEGORY" val="custom"/>
  <p:tag name="KSO_WM_SLIDE_INDEX" val="3"/>
  <p:tag name="KSO_WM_SLIDE_ID" val="custom40480761_7"/>
  <p:tag name="KSO_WM_TEMPLATE_MASTER_TYPE" val="0"/>
  <p:tag name="KSO_WM_SLIDE_LAYOUT" val="a_e"/>
  <p:tag name="KSO_WM_SLIDE_LAYOUT_CNT" val="1_1"/>
  <p:tag name="KSO_WM_TAG_VERSION" val="3.0"/>
</p:tagLst>
</file>

<file path=ppt/tags/tag626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2d515dce56eaffee953a30aa85b0bee3b5893b9c"/>
  <p:tag name="KSO_WM_NEWLAYOUT_GROUP_ID" val="layout_10004"/>
  <p:tag name="KSO_WM_NEWLAYOUT_ID" val="slide_5590a1d109e7c98d"/>
  <p:tag name="KSO_WM_UNIT_PRESET_TEXT" val="单击此处添加标题"/>
</p:tagLst>
</file>

<file path=ppt/tags/tag627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  <p:tag name="KSO_WM_UNIT_PRESET_TEXT" val=" "/>
</p:tagLst>
</file>

<file path=ppt/tags/tag62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项标题"/>
</p:tagLst>
</file>

<file path=ppt/tags/tag62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630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  <p:tag name="KSO_WM_UNIT_PRESET_TEXT" val=" "/>
</p:tagLst>
</file>

<file path=ppt/tags/tag63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项标题"/>
</p:tagLst>
</file>

<file path=ppt/tags/tag63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633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  <p:tag name="KSO_WM_UNIT_PRESET_TEXT" val=" "/>
</p:tagLst>
</file>

<file path=ppt/tags/tag63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  <p:tag name="KSO_WM_UNIT_PRESET_TEXT" val="项标题"/>
</p:tagLst>
</file>

<file path=ppt/tags/tag63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  <p:tag name="KSO_WM_UNIT_PRESET_TEXT" val="单击此处添加项正文"/>
</p:tagLst>
</file>

<file path=ppt/tags/tag636.xml><?xml version="1.0" encoding="utf-8"?>
<p:tagLst xmlns:p="http://schemas.openxmlformats.org/presentationml/2006/main">
  <p:tag name="KSO_WM_SLIDE_CONTENT_ORIENTATION" val=""/>
  <p:tag name="KSO_WM_SLIDE_HAS_MASK" val="0"/>
  <p:tag name="KSO_WM_SLIDE_ITEM_CNT" val="3"/>
  <p:tag name="KSO_WM_SLIDE_TYPE" val="text"/>
  <p:tag name="KSO_WM_TEMPLATE_SUBCATEGORY" val="29"/>
  <p:tag name="KSO_WM_BEAUTIFY_FLAG" val="#wm#"/>
  <p:tag name="KSO_WM_TEMPLATE_FIGMA_ID" val="69796636307"/>
  <p:tag name="KSO_WM_TEMPLATE_SLIDE_ID" val="slide_5590a1d109e7c98d"/>
</p:tagLst>
</file>

<file path=ppt/tags/tag637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e7323fefb5c27006aac1edbb14b7aa43123d5eb5"/>
  <p:tag name="KSO_WM_NEWLAYOUT_GROUP_ID" val="layout_10007"/>
  <p:tag name="KSO_WM_NEWLAYOUT_ID" val="slide_a93629e32f0363b8"/>
  <p:tag name="KSO_WM_UNIT_PRESET_TEXT" val="单击此处添加标题"/>
</p:tagLst>
</file>

<file path=ppt/tags/tag63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</p:tagLst>
</file>

<file path=ppt/tags/tag63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64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此处添加项标题"/>
</p:tagLst>
</file>

<file path=ppt/tags/tag64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64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  <p:tag name="KSO_WM_UNIT_PRESET_TEXT" val="单击此处添加项标题"/>
</p:tagLst>
</file>

<file path=ppt/tags/tag64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  <p:tag name="KSO_WM_UNIT_PRESET_TEXT" val="单击此处添加项正文"/>
</p:tagLst>
</file>

<file path=ppt/tags/tag644.xml><?xml version="1.0" encoding="utf-8"?>
<p:tagLst xmlns:p="http://schemas.openxmlformats.org/presentationml/2006/main">
  <p:tag name="KSO_WM_SLIDE_CONTENT_ORIENTATION" val=""/>
  <p:tag name="KSO_WM_SLIDE_HAS_MASK" val="0"/>
  <p:tag name="KSO_WM_SLIDE_ITEM_CNT" val="3"/>
  <p:tag name="KSO_WM_SLIDE_TYPE" val="text"/>
  <p:tag name="KSO_WM_TEMPLATE_SUBCATEGORY" val="29"/>
  <p:tag name="KSO_WM_BEAUTIFY_FLAG" val="#wm#"/>
  <p:tag name="KSO_WM_TEMPLATE_FIGMA_ID" val="69796636307"/>
  <p:tag name="KSO_WM_TEMPLATE_SLIDE_ID" val="slide_a93629e32f0363b8"/>
</p:tagLst>
</file>

<file path=ppt/tags/tag645.xml><?xml version="1.0" encoding="utf-8"?>
<p:tagLst xmlns:p="http://schemas.openxmlformats.org/presentationml/2006/main">
  <p:tag name="KSO_WM_UNIT_HIGHLIGHT" val="0"/>
  <p:tag name="KSO_WM_BEAUTIFY_FLAG" val="#wm#"/>
  <p:tag name="KSO_WM_FIGMA_FLAG" val="#fgm#"/>
  <p:tag name="KSO_WM_UNIT_INDEX" val="1"/>
  <p:tag name="KSO_WM_UNIT_TEXT_TYPE" val="1"/>
  <p:tag name="KSO_WM_UNIT_TYPE" val="a"/>
  <p:tag name="KSO_WM_LAYOUT_CHECK_HASH" val="51e44e8bb292a8a2579e815081bb7495d134c50d"/>
  <p:tag name="KSO_WM_NEWLAYOUT_ID" val="101"/>
  <p:tag name="KSO_WM_UNIT_PRESET_TEXT" val="单击此处添加章节标题"/>
  <p:tag name="KSO_WM_UNIT_ID" val="_10*a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80761"/>
  <p:tag name="KSO_WM_TEMPLATE_CATEGORY" val="custom"/>
</p:tagLst>
</file>

<file path=ppt/tags/tag646.xml><?xml version="1.0" encoding="utf-8"?>
<p:tagLst xmlns:p="http://schemas.openxmlformats.org/presentationml/2006/main">
  <p:tag name="KSO_WM_UNIT_HIGHLIGHT" val="0"/>
  <p:tag name="KSO_WM_BEAUTIFY_FLAG" val="#wm#"/>
  <p:tag name="KSO_WM_FIGMA_FLAG" val="#fgm#"/>
  <p:tag name="KSO_WM_UNIT_INDEX" val="1"/>
  <p:tag name="KSO_WM_UNIT_TYPE" val="e"/>
  <p:tag name="KSO_WM_UNIT_PRESET_TEXT" val="01"/>
  <p:tag name="KSO_WM_UNIT_ID" val="_10*e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80761"/>
  <p:tag name="KSO_WM_TEMPLATE_CATEGORY" val="custom"/>
</p:tagLst>
</file>

<file path=ppt/tags/tag647.xml><?xml version="1.0" encoding="utf-8"?>
<p:tagLst xmlns:p="http://schemas.openxmlformats.org/presentationml/2006/main">
  <p:tag name="KSO_WM_SLIDE_CONTENT_ORIENTATION" val="center"/>
  <p:tag name="KSO_WM_SLIDE_HAS_MASK" val="0"/>
  <p:tag name="KSO_WM_SLIDE_ITEM_CNT" val="0"/>
  <p:tag name="KSO_WM_SLIDE_TYPE" val="sectionTitle"/>
  <p:tag name="KSO_WM_TEMPLATE_SUBCATEGORY" val="29"/>
  <p:tag name="KSO_WM_BEAUTIFY_FLAG" val="#wm#"/>
  <p:tag name="KSO_WM_TEMPLATE_SLIDE_ID" val="slide_8d1615941f9e1a55"/>
  <p:tag name="KSO_WM_TEMPLATE_INDEX" val="40480761"/>
  <p:tag name="KSO_WM_TEMPLATE_CATEGORY" val="custom"/>
  <p:tag name="KSO_WM_SLIDE_INDEX" val="3"/>
  <p:tag name="KSO_WM_SLIDE_ID" val="custom40480761_7"/>
  <p:tag name="KSO_WM_TEMPLATE_MASTER_TYPE" val="0"/>
  <p:tag name="KSO_WM_SLIDE_LAYOUT" val="a_e"/>
  <p:tag name="KSO_WM_SLIDE_LAYOUT_CNT" val="1_1"/>
  <p:tag name="KSO_WM_TAG_VERSION" val="3.0"/>
</p:tagLst>
</file>

<file path=ppt/tags/tag648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a0ce2f8e0ad7c98f4a1b66c7e14cd70d899b0589"/>
  <p:tag name="KSO_WM_NEWLAYOUT_GROUP_ID" val="layout_49"/>
  <p:tag name="KSO_WM_NEWLAYOUT_ID" val="slide_c2bbdeee6f9d8775"/>
  <p:tag name="KSO_WM_UNIT_PRESET_TEXT" val="单击此处添加标题"/>
</p:tagLst>
</file>

<file path=ppt/tags/tag649.xml><?xml version="1.0" encoding="utf-8"?>
<p:tagLst xmlns:p="http://schemas.openxmlformats.org/presentationml/2006/main">
  <p:tag name="KSO_WM_FIGMA_DECORATION_INDEX" val="14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  <p:tag name="KSO_WM_UNIT_PRESET_TEXT" val=" "/>
</p:tagLst>
</file>

<file path=ppt/tags/tag65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2"/>
  <p:tag name="KSO_WM_UNIT_SUBTYPE" val="d"/>
  <p:tag name="KSO_WM_UNIT_TYPE" val="l_h_i"/>
  <p:tag name="KSO_WM_UNIT_PRESET_TEXT" val="01"/>
</p:tagLst>
</file>

<file path=ppt/tags/tag65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</p:tagLst>
</file>

<file path=ppt/tags/tag65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653.xml><?xml version="1.0" encoding="utf-8"?>
<p:tagLst xmlns:p="http://schemas.openxmlformats.org/presentationml/2006/main">
  <p:tag name="KSO_WM_FIGMA_DECORATION_INDEX" val="14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  <p:tag name="KSO_WM_UNIT_PRESET_TEXT" val=" "/>
</p:tagLst>
</file>

<file path=ppt/tags/tag65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2"/>
  <p:tag name="KSO_WM_UNIT_SUBTYPE" val="d"/>
  <p:tag name="KSO_WM_UNIT_TYPE" val="l_h_i"/>
  <p:tag name="KSO_WM_UNIT_PRESET_TEXT" val="02"/>
</p:tagLst>
</file>

<file path=ppt/tags/tag65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此处添加项标题"/>
</p:tagLst>
</file>

<file path=ppt/tags/tag65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657.xml><?xml version="1.0" encoding="utf-8"?>
<p:tagLst xmlns:p="http://schemas.openxmlformats.org/presentationml/2006/main">
  <p:tag name="KSO_WM_FIGMA_DECORATION_INDEX" val="14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1"/>
  <p:tag name="KSO_WM_UNIT_TYPE" val="l_h_i"/>
  <p:tag name="KSO_WM_UNIT_PRESET_TEXT" val=" "/>
</p:tagLst>
</file>

<file path=ppt/tags/tag65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2"/>
  <p:tag name="KSO_WM_UNIT_SUBTYPE" val="d"/>
  <p:tag name="KSO_WM_UNIT_TYPE" val="l_h_i"/>
  <p:tag name="KSO_WM_UNIT_PRESET_TEXT" val="03"/>
</p:tagLst>
</file>

<file path=ppt/tags/tag65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  <p:tag name="KSO_WM_UNIT_PRESET_TEXT" val="单击此处添加项标题"/>
</p:tagLst>
</file>

<file path=ppt/tags/tag66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  <p:tag name="KSO_WM_UNIT_PRESET_TEXT" val="单击此处添加项正文"/>
</p:tagLst>
</file>

<file path=ppt/tags/tag661.xml><?xml version="1.0" encoding="utf-8"?>
<p:tagLst xmlns:p="http://schemas.openxmlformats.org/presentationml/2006/main">
  <p:tag name="KSO_WM_SLIDE_CONTENT_ORIENTATION" val=""/>
  <p:tag name="KSO_WM_SLIDE_HAS_MASK" val="0"/>
  <p:tag name="KSO_WM_SLIDE_ITEM_CNT" val="3"/>
  <p:tag name="KSO_WM_SLIDE_TYPE" val="text"/>
  <p:tag name="KSO_WM_TEMPLATE_SUBCATEGORY" val="29"/>
  <p:tag name="KSO_WM_BEAUTIFY_FLAG" val="#wm#"/>
  <p:tag name="KSO_WM_TEMPLATE_FIGMA_ID" val="69796636307"/>
  <p:tag name="KSO_WM_TEMPLATE_SLIDE_ID" val="slide_c2bbdeee6f9d8775"/>
</p:tagLst>
</file>

<file path=ppt/tags/tag662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1a6347d7731c8e0269fd4b3410d88f7789ec2438"/>
  <p:tag name="KSO_WM_NEWLAYOUT_GROUP_ID" val="layout_51"/>
  <p:tag name="KSO_WM_NEWLAYOUT_ID" val="slide_090884a5b4d69dad"/>
  <p:tag name="KSO_WM_UNIT_PRESET_TEXT" val="单击此处添加标题"/>
</p:tagLst>
</file>

<file path=ppt/tags/tag663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  <p:tag name="MH_PIC_SOURCE_TYPE" val="generate_slide_ai*{&quot;id&quot;:&quot;http://zh-ai-group.ks3-cn-beijing-internal.ksyun.com/image_generate/image_process/production/v3/202603/9df81816-2b1e-470a-bc2e-48dfb74440f2.jpg?Expires=1805260549\u0026AWSAccessKeyId=AKLT9NSy7kh8TIS1UzNqLRY2\u0026Signature=AT1LrU0P9aJ6%2BsFERuJ9nuANgrE%3D&quot;,&quot;product_name&quot;:&quot;wps-wpp-pc&quot;,&quot;intention_code&quot;:&quot;wps_wpp_generate_doc_pay&quot;}*auto_qingqiu_3.0.7_prod*1773724542206_bfa354_23767e30476a-slide-23"/>
</p:tagLst>
</file>

<file path=ppt/tags/tag66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</p:tagLst>
</file>

<file path=ppt/tags/tag66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66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此处添加项标题"/>
</p:tagLst>
</file>

<file path=ppt/tags/tag66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66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  <p:tag name="KSO_WM_UNIT_PRESET_TEXT" val="单击此处添加项标题"/>
</p:tagLst>
</file>

<file path=ppt/tags/tag66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  <p:tag name="KSO_WM_UNIT_PRESET_TEXT" val="单击此处添加项正文"/>
</p:tagLst>
</file>

<file path=ppt/tags/tag670.xml><?xml version="1.0" encoding="utf-8"?>
<p:tagLst xmlns:p="http://schemas.openxmlformats.org/presentationml/2006/main">
  <p:tag name="KSO_WM_SLIDE_CONTENT_ORIENTATION" val=""/>
  <p:tag name="KSO_WM_SLIDE_HAS_MASK" val="0"/>
  <p:tag name="KSO_WM_SLIDE_ITEM_CNT" val="3"/>
  <p:tag name="KSO_WM_SLIDE_TYPE" val="text"/>
  <p:tag name="KSO_WM_TEMPLATE_SUBCATEGORY" val="29"/>
  <p:tag name="KSO_WM_BEAUTIFY_FLAG" val="#wm#"/>
  <p:tag name="KSO_WM_TEMPLATE_FIGMA_ID" val="69796636307"/>
  <p:tag name="KSO_WM_TEMPLATE_SLIDE_ID" val="slide_090884a5b4d69dad"/>
</p:tagLst>
</file>

<file path=ppt/tags/tag671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db3164353fc1673e6386b213e93faf2fe2f31b81"/>
  <p:tag name="KSO_WM_NEWLAYOUT_GROUP_ID" val="layout_10008"/>
  <p:tag name="KSO_WM_NEWLAYOUT_ID" val="slide_d71f76e6c456aee2"/>
  <p:tag name="KSO_WM_UNIT_PRESET_TEXT" val="单击此处添加标题"/>
</p:tagLst>
</file>

<file path=ppt/tags/tag672.xml><?xml version="1.0" encoding="utf-8"?>
<p:tagLst xmlns:p="http://schemas.openxmlformats.org/presentationml/2006/main">
  <p:tag name="KSO_WM_FIGMA_DECORATION_INDEX" val="1"/>
  <p:tag name="$PH_EXT" val="1"/>
  <p:tag name="KSO_WM_BEAUTIFY_FLAG" val="#fgm#"/>
  <p:tag name="KSO_WM_DIAGRAM_GROUP_CODE" val="1"/>
  <p:tag name="KSO_WM_FIGMA_FLAG" val="#fgm#"/>
  <p:tag name="KSO_WM_UNIT_INDEX" val="1_1_1"/>
  <p:tag name="KSO_WM_UNIT_TYPE" val="l_h_x"/>
</p:tagLst>
</file>

<file path=ppt/tags/tag67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</p:tagLst>
</file>

<file path=ppt/tags/tag67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675.xml><?xml version="1.0" encoding="utf-8"?>
<p:tagLst xmlns:p="http://schemas.openxmlformats.org/presentationml/2006/main">
  <p:tag name="KSO_WM_FIGMA_DECORATION_INDEX" val="2"/>
  <p:tag name="$PH_EXT" val="1"/>
  <p:tag name="KSO_WM_BEAUTIFY_FLAG" val="#fgm#"/>
  <p:tag name="KSO_WM_DIAGRAM_GROUP_CODE" val="1"/>
  <p:tag name="KSO_WM_FIGMA_FLAG" val="#fgm#"/>
  <p:tag name="KSO_WM_UNIT_INDEX" val="1_2_1"/>
  <p:tag name="KSO_WM_UNIT_TYPE" val="l_h_x"/>
</p:tagLst>
</file>

<file path=ppt/tags/tag67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此处添加项标题"/>
</p:tagLst>
</file>

<file path=ppt/tags/tag67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678.xml><?xml version="1.0" encoding="utf-8"?>
<p:tagLst xmlns:p="http://schemas.openxmlformats.org/presentationml/2006/main">
  <p:tag name="KSO_WM_FIGMA_DECORATION_INDEX" val="3"/>
  <p:tag name="$PH_EXT" val="1"/>
  <p:tag name="KSO_WM_BEAUTIFY_FLAG" val="#fgm#"/>
  <p:tag name="KSO_WM_DIAGRAM_GROUP_CODE" val="1"/>
  <p:tag name="KSO_WM_FIGMA_FLAG" val="#fgm#"/>
  <p:tag name="KSO_WM_UNIT_INDEX" val="1_3_1"/>
  <p:tag name="KSO_WM_UNIT_TYPE" val="l_h_x"/>
</p:tagLst>
</file>

<file path=ppt/tags/tag67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  <p:tag name="KSO_WM_UNIT_PRESET_TEXT" val="单击此处添加项标题"/>
</p:tagLst>
</file>

<file path=ppt/tags/tag68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  <p:tag name="KSO_WM_UNIT_PRESET_TEXT" val="单击此处添加项正文"/>
</p:tagLst>
</file>

<file path=ppt/tags/tag681.xml><?xml version="1.0" encoding="utf-8"?>
<p:tagLst xmlns:p="http://schemas.openxmlformats.org/presentationml/2006/main">
  <p:tag name="KSO_WM_SLIDE_CONTENT_ORIENTATION" val=""/>
  <p:tag name="KSO_WM_SLIDE_HAS_MASK" val="0"/>
  <p:tag name="KSO_WM_SLIDE_ITEM_CNT" val="3"/>
  <p:tag name="KSO_WM_SLIDE_TYPE" val="text"/>
  <p:tag name="KSO_WM_TEMPLATE_SUBCATEGORY" val="29"/>
  <p:tag name="KSO_WM_BEAUTIFY_FLAG" val="#wm#"/>
  <p:tag name="KSO_WM_TEMPLATE_FIGMA_ID" val="69796636307"/>
  <p:tag name="KSO_WM_TEMPLATE_SLIDE_ID" val="slide_d71f76e6c456aee2"/>
</p:tagLst>
</file>

<file path=ppt/tags/tag682.xml><?xml version="1.0" encoding="utf-8"?>
<p:tagLst xmlns:p="http://schemas.openxmlformats.org/presentationml/2006/main">
  <p:tag name="KSO_WM_BEAUTIFY_FLAG" val="#wm#"/>
  <p:tag name="KSO_WM_FIGMA_FLAG" val="#fgm#"/>
  <p:tag name="KSO_WM_UNIT_INDEX" val="1"/>
  <p:tag name="KSO_WM_UNIT_TEXT_TYPE" val="1"/>
  <p:tag name="KSO_WM_UNIT_TYPE" val="b"/>
  <p:tag name="KSO_WM_UNIT_PRESET_TEXT" val="THE END"/>
  <p:tag name="KSO_WM_UNIT_ID" val="_11*b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0761"/>
  <p:tag name="KSO_WM_TEMPLATE_CATEGORY" val="custom"/>
</p:tagLst>
</file>

<file path=ppt/tags/tag683.xml><?xml version="1.0" encoding="utf-8"?>
<p:tagLst xmlns:p="http://schemas.openxmlformats.org/presentationml/2006/main">
  <p:tag name="KSO_WM_UNIT_TYPE" val="a"/>
  <p:tag name="KSO_WM_BEAUTIFY_FLAG" val="#wm#"/>
  <p:tag name="KSO_WM_FIGMA_FLAG" val="#fgm#"/>
  <p:tag name="KSO_WM_UNIT_INDEX" val="1"/>
  <p:tag name="KSO_WM_UNIT_TEXT_TYPE" val="1"/>
  <p:tag name="KSO_WM_LAYOUT_CHECK_HASH" val="a5922c044143079d835b09c02cf8a6c59502ca17"/>
  <p:tag name="KSO_WM_NEWLAYOUT_ID" val="106"/>
  <p:tag name="KSO_WM_UNIT_PRESET_TEXT" val="谢谢观看"/>
  <p:tag name="KSO_WM_UNIT_ID" val="_11*a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0761"/>
  <p:tag name="KSO_WM_TEMPLATE_CATEGORY" val="custom"/>
</p:tagLst>
</file>

<file path=ppt/tags/tag684.xml><?xml version="1.0" encoding="utf-8"?>
<p:tagLst xmlns:p="http://schemas.openxmlformats.org/presentationml/2006/main">
  <p:tag name="KSO_WM_SLIDE_CONTENT_ORIENTATION" val="left"/>
  <p:tag name="KSO_WM_SLIDE_HAS_MASK" val="0"/>
  <p:tag name="KSO_WM_SLIDE_ITEM_CNT" val="0"/>
  <p:tag name="KSO_WM_SLIDE_TYPE" val="endPage"/>
  <p:tag name="KSO_WM_TEMPLATE_SUBCATEGORY" val="29"/>
  <p:tag name="KSO_WM_BEAUTIFY_FLAG" val="#wm#"/>
  <p:tag name="KSO_WM_TEMPLATE_SLIDE_ID" val="slide_06be46c9219ad451"/>
  <p:tag name="KSO_WM_TEMPLATE_INDEX" val="40480761"/>
  <p:tag name="KSO_WM_TEMPLATE_CATEGORY" val="custom"/>
  <p:tag name="KSO_WM_SLIDE_INDEX" val="5"/>
  <p:tag name="KSO_WM_SLIDE_ID" val="custom40480761_9"/>
  <p:tag name="KSO_WM_TEMPLATE_MASTER_TYPE" val="0"/>
  <p:tag name="KSO_WM_SLIDE_LAYOUT" val="a_b"/>
  <p:tag name="KSO_WM_SLIDE_LAYOUT_CNT" val="1_1"/>
  <p:tag name="KSO_WM_TAG_VERSION" val="3.0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spect">
      <a:majorFont>
        <a:latin typeface="微软雅黑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">
  <a:themeElements>
    <a:clrScheme name="">
      <a:dk1>
        <a:srgbClr val="000000"/>
      </a:dk1>
      <a:lt1>
        <a:srgbClr val="FFFFFF"/>
      </a:lt1>
      <a:dk2>
        <a:srgbClr val="203214"/>
      </a:dk2>
      <a:lt2>
        <a:srgbClr val="F8FBF6"/>
      </a:lt2>
      <a:accent1>
        <a:srgbClr val="70AD47"/>
      </a:accent1>
      <a:accent2>
        <a:srgbClr val="00AB68"/>
      </a:accent2>
      <a:accent3>
        <a:srgbClr val="00A689"/>
      </a:accent3>
      <a:accent4>
        <a:srgbClr val="009BA6"/>
      </a:accent4>
      <a:accent5>
        <a:srgbClr val="008BBB"/>
      </a:accent5>
      <a:accent6>
        <a:srgbClr val="4472C4"/>
      </a:accent6>
      <a:hlink>
        <a:srgbClr val="0026E5"/>
      </a:hlink>
      <a:folHlink>
        <a:srgbClr val="7E1FAD"/>
      </a:folHlink>
    </a:clrScheme>
    <a:fontScheme name="自定义 95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3411</Words>
  <Application>WPS 演示</Application>
  <PresentationFormat>宽屏</PresentationFormat>
  <Paragraphs>303</Paragraphs>
  <Slides>19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19</vt:i4>
      </vt:variant>
    </vt:vector>
  </HeadingPairs>
  <TitlesOfParts>
    <vt:vector size="28" baseType="lpstr">
      <vt:lpstr>Arial</vt:lpstr>
      <vt:lpstr>宋体</vt:lpstr>
      <vt:lpstr>Wingdings</vt:lpstr>
      <vt:lpstr>微软雅黑</vt:lpstr>
      <vt:lpstr>阿里巴巴普惠体 R</vt:lpstr>
      <vt:lpstr>Arial Unicode MS</vt:lpstr>
      <vt:lpstr>Calibri</vt:lpstr>
      <vt:lpstr>Office 主题</vt:lpstr>
      <vt:lpstr>1_Office 主题</vt:lpstr>
      <vt:lpstr>年处理20万吨CO₂回收工艺精制工段初步设计（开题报告）</vt:lpstr>
      <vt:lpstr>目录</vt:lpstr>
      <vt:lpstr>课题背景与意义</vt:lpstr>
      <vt:lpstr>全球CO₂排放现状及影响</vt:lpstr>
      <vt:lpstr>CO₂回收的必要性与“双碳”目标</vt:lpstr>
      <vt:lpstr>本课题研究目的与价值</vt:lpstr>
      <vt:lpstr>CO2的核心应用</vt:lpstr>
      <vt:lpstr>国内外研究现状与发展趋势</vt:lpstr>
      <vt:lpstr>国内CO₂回收技术研究进展</vt:lpstr>
      <vt:lpstr>国外CO₂回收技术研究进展</vt:lpstr>
      <vt:lpstr>CO₂回收技术发展趋势</vt:lpstr>
      <vt:lpstr>工艺路线选择与论证</vt:lpstr>
      <vt:lpstr>工艺路线对比分析</vt:lpstr>
      <vt:lpstr>工艺流程图说明</vt:lpstr>
      <vt:lpstr>主体设备计算与选型</vt:lpstr>
      <vt:lpstr>脱硫塔与吸收塔的计算与选型</vt:lpstr>
      <vt:lpstr>再生塔、再沸器与冷凝器的计算与选型</vt:lpstr>
      <vt:lpstr>辅助设备的计算与选型</vt:lpstr>
      <vt:lpstr>谢谢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年处理20万吨CO₂回收工艺精制工段初步设计（开题报告）</dc:title>
  <dc:creator/>
  <cp:lastModifiedBy>WPS_1647356012</cp:lastModifiedBy>
  <cp:revision>3</cp:revision>
  <dcterms:created xsi:type="dcterms:W3CDTF">2026-03-30T03:29:00Z</dcterms:created>
  <dcterms:modified xsi:type="dcterms:W3CDTF">2026-03-30T16:40:14Z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KSOTemplateUUID">
    <vt:lpwstr>v1.0_ai_69796636307</vt:lpwstr>
  </property>
  <property fmtid="{D5CDD505-2E9C-101B-9397-08002B2CF9AE}" pid="4" name="ICV">
    <vt:lpwstr>47DD658FF3184B2A8C9EE9F6E3B78E1E_13</vt:lpwstr>
  </property>
</Properties>
</file>